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32399288" cy="43200638"/>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 roundtripDataSignature="AMtx7mhr4hKlNxX74K0XzbOqbwv0nJASQ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987" autoAdjust="0"/>
  </p:normalViewPr>
  <p:slideViewPr>
    <p:cSldViewPr snapToGrid="0">
      <p:cViewPr>
        <p:scale>
          <a:sx n="50" d="100"/>
          <a:sy n="50" d="100"/>
        </p:scale>
        <p:origin x="-654" y="-42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customschemas.google.com/relationships/presentationmetadata" Target="metadata"/><Relationship Id="rId10" Type="http://schemas.openxmlformats.org/officeDocument/2006/relationships/tableStyles" Target="tableStyles.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2429947" y="7070108"/>
            <a:ext cx="27539395" cy="15040222"/>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1259"/>
              <a:buFont typeface="Calibri"/>
              <a:buNone/>
              <a:defRPr sz="2125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4049911" y="22690338"/>
            <a:ext cx="24299466" cy="10430151"/>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543"/>
              </a:spcBef>
              <a:spcAft>
                <a:spcPts val="0"/>
              </a:spcAft>
              <a:buClr>
                <a:schemeClr val="dk1"/>
              </a:buClr>
              <a:buSzPts val="8504"/>
              <a:buNone/>
              <a:defRPr sz="8504"/>
            </a:lvl1pPr>
            <a:lvl2pPr lvl="1" algn="ctr">
              <a:lnSpc>
                <a:spcPct val="90000"/>
              </a:lnSpc>
              <a:spcBef>
                <a:spcPts val="1772"/>
              </a:spcBef>
              <a:spcAft>
                <a:spcPts val="0"/>
              </a:spcAft>
              <a:buClr>
                <a:schemeClr val="dk1"/>
              </a:buClr>
              <a:buSzPts val="7086"/>
              <a:buNone/>
              <a:defRPr sz="7086"/>
            </a:lvl2pPr>
            <a:lvl3pPr lvl="2" algn="ctr">
              <a:lnSpc>
                <a:spcPct val="90000"/>
              </a:lnSpc>
              <a:spcBef>
                <a:spcPts val="1772"/>
              </a:spcBef>
              <a:spcAft>
                <a:spcPts val="0"/>
              </a:spcAft>
              <a:buClr>
                <a:schemeClr val="dk1"/>
              </a:buClr>
              <a:buSzPts val="6378"/>
              <a:buNone/>
              <a:defRPr sz="6378"/>
            </a:lvl3pPr>
            <a:lvl4pPr lvl="3" algn="ctr">
              <a:lnSpc>
                <a:spcPct val="90000"/>
              </a:lnSpc>
              <a:spcBef>
                <a:spcPts val="1772"/>
              </a:spcBef>
              <a:spcAft>
                <a:spcPts val="0"/>
              </a:spcAft>
              <a:buClr>
                <a:schemeClr val="dk1"/>
              </a:buClr>
              <a:buSzPts val="5669"/>
              <a:buNone/>
              <a:defRPr sz="5669"/>
            </a:lvl4pPr>
            <a:lvl5pPr lvl="4" algn="ctr">
              <a:lnSpc>
                <a:spcPct val="90000"/>
              </a:lnSpc>
              <a:spcBef>
                <a:spcPts val="1772"/>
              </a:spcBef>
              <a:spcAft>
                <a:spcPts val="0"/>
              </a:spcAft>
              <a:buClr>
                <a:schemeClr val="dk1"/>
              </a:buClr>
              <a:buSzPts val="5669"/>
              <a:buNone/>
              <a:defRPr sz="5669"/>
            </a:lvl5pPr>
            <a:lvl6pPr lvl="5" algn="ctr">
              <a:lnSpc>
                <a:spcPct val="90000"/>
              </a:lnSpc>
              <a:spcBef>
                <a:spcPts val="1772"/>
              </a:spcBef>
              <a:spcAft>
                <a:spcPts val="0"/>
              </a:spcAft>
              <a:buClr>
                <a:schemeClr val="dk1"/>
              </a:buClr>
              <a:buSzPts val="5669"/>
              <a:buNone/>
              <a:defRPr sz="5669"/>
            </a:lvl6pPr>
            <a:lvl7pPr lvl="6" algn="ctr">
              <a:lnSpc>
                <a:spcPct val="90000"/>
              </a:lnSpc>
              <a:spcBef>
                <a:spcPts val="1772"/>
              </a:spcBef>
              <a:spcAft>
                <a:spcPts val="0"/>
              </a:spcAft>
              <a:buClr>
                <a:schemeClr val="dk1"/>
              </a:buClr>
              <a:buSzPts val="5669"/>
              <a:buNone/>
              <a:defRPr sz="5669"/>
            </a:lvl7pPr>
            <a:lvl8pPr lvl="7" algn="ctr">
              <a:lnSpc>
                <a:spcPct val="90000"/>
              </a:lnSpc>
              <a:spcBef>
                <a:spcPts val="1772"/>
              </a:spcBef>
              <a:spcAft>
                <a:spcPts val="0"/>
              </a:spcAft>
              <a:buClr>
                <a:schemeClr val="dk1"/>
              </a:buClr>
              <a:buSzPts val="5669"/>
              <a:buNone/>
              <a:defRPr sz="5669"/>
            </a:lvl8pPr>
            <a:lvl9pPr lvl="8" algn="ctr">
              <a:lnSpc>
                <a:spcPct val="90000"/>
              </a:lnSpc>
              <a:spcBef>
                <a:spcPts val="1772"/>
              </a:spcBef>
              <a:spcAft>
                <a:spcPts val="0"/>
              </a:spcAft>
              <a:buClr>
                <a:schemeClr val="dk1"/>
              </a:buClr>
              <a:buSzPts val="5669"/>
              <a:buNone/>
              <a:defRPr sz="5669"/>
            </a:lvl9pPr>
          </a:lstStyle>
          <a:p>
            <a:endParaRPr/>
          </a:p>
        </p:txBody>
      </p:sp>
      <p:sp>
        <p:nvSpPr>
          <p:cNvPr id="14" name="Google Shape;14;p3"/>
          <p:cNvSpPr txBox="1">
            <a:spLocks noGrp="1"/>
          </p:cNvSpPr>
          <p:nvPr>
            <p:ph type="dt" idx="10"/>
          </p:nvPr>
        </p:nvSpPr>
        <p:spPr>
          <a:xfrm>
            <a:off x="2227451" y="40040601"/>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10732264" y="40040601"/>
            <a:ext cx="10934760"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22881997" y="40040601"/>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2227451" y="2300044"/>
            <a:ext cx="27944386" cy="83501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2227451" y="11500170"/>
            <a:ext cx="27944386" cy="2741040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543"/>
              </a:spcBef>
              <a:spcAft>
                <a:spcPts val="0"/>
              </a:spcAft>
              <a:buClr>
                <a:schemeClr val="dk1"/>
              </a:buClr>
              <a:buSzPts val="1800"/>
              <a:buChar char="•"/>
              <a:defRPr/>
            </a:lvl1pPr>
            <a:lvl2pPr marL="914400" lvl="1" indent="-342900" algn="l">
              <a:lnSpc>
                <a:spcPct val="90000"/>
              </a:lnSpc>
              <a:spcBef>
                <a:spcPts val="1772"/>
              </a:spcBef>
              <a:spcAft>
                <a:spcPts val="0"/>
              </a:spcAft>
              <a:buClr>
                <a:schemeClr val="dk1"/>
              </a:buClr>
              <a:buSzPts val="1800"/>
              <a:buChar char="•"/>
              <a:defRPr/>
            </a:lvl2pPr>
            <a:lvl3pPr marL="1371600" lvl="2" indent="-342900" algn="l">
              <a:lnSpc>
                <a:spcPct val="90000"/>
              </a:lnSpc>
              <a:spcBef>
                <a:spcPts val="1772"/>
              </a:spcBef>
              <a:spcAft>
                <a:spcPts val="0"/>
              </a:spcAft>
              <a:buClr>
                <a:schemeClr val="dk1"/>
              </a:buClr>
              <a:buSzPts val="1800"/>
              <a:buChar char="•"/>
              <a:defRPr/>
            </a:lvl3pPr>
            <a:lvl4pPr marL="1828800" lvl="3" indent="-342900" algn="l">
              <a:lnSpc>
                <a:spcPct val="90000"/>
              </a:lnSpc>
              <a:spcBef>
                <a:spcPts val="1772"/>
              </a:spcBef>
              <a:spcAft>
                <a:spcPts val="0"/>
              </a:spcAft>
              <a:buClr>
                <a:schemeClr val="dk1"/>
              </a:buClr>
              <a:buSzPts val="1800"/>
              <a:buChar char="•"/>
              <a:defRPr/>
            </a:lvl4pPr>
            <a:lvl5pPr marL="2286000" lvl="4" indent="-342900" algn="l">
              <a:lnSpc>
                <a:spcPct val="90000"/>
              </a:lnSpc>
              <a:spcBef>
                <a:spcPts val="1772"/>
              </a:spcBef>
              <a:spcAft>
                <a:spcPts val="0"/>
              </a:spcAft>
              <a:buClr>
                <a:schemeClr val="dk1"/>
              </a:buClr>
              <a:buSzPts val="1800"/>
              <a:buChar char="•"/>
              <a:defRPr/>
            </a:lvl5pPr>
            <a:lvl6pPr marL="2743200" lvl="5" indent="-342900" algn="l">
              <a:lnSpc>
                <a:spcPct val="90000"/>
              </a:lnSpc>
              <a:spcBef>
                <a:spcPts val="1772"/>
              </a:spcBef>
              <a:spcAft>
                <a:spcPts val="0"/>
              </a:spcAft>
              <a:buClr>
                <a:schemeClr val="dk1"/>
              </a:buClr>
              <a:buSzPts val="1800"/>
              <a:buChar char="•"/>
              <a:defRPr/>
            </a:lvl6pPr>
            <a:lvl7pPr marL="3200400" lvl="6" indent="-342900" algn="l">
              <a:lnSpc>
                <a:spcPct val="90000"/>
              </a:lnSpc>
              <a:spcBef>
                <a:spcPts val="1772"/>
              </a:spcBef>
              <a:spcAft>
                <a:spcPts val="0"/>
              </a:spcAft>
              <a:buClr>
                <a:schemeClr val="dk1"/>
              </a:buClr>
              <a:buSzPts val="1800"/>
              <a:buChar char="•"/>
              <a:defRPr/>
            </a:lvl7pPr>
            <a:lvl8pPr marL="3657600" lvl="7" indent="-342900" algn="l">
              <a:lnSpc>
                <a:spcPct val="90000"/>
              </a:lnSpc>
              <a:spcBef>
                <a:spcPts val="1772"/>
              </a:spcBef>
              <a:spcAft>
                <a:spcPts val="0"/>
              </a:spcAft>
              <a:buClr>
                <a:schemeClr val="dk1"/>
              </a:buClr>
              <a:buSzPts val="1800"/>
              <a:buChar char="•"/>
              <a:defRPr/>
            </a:lvl8pPr>
            <a:lvl9pPr marL="4114800" lvl="8" indent="-342900" algn="l">
              <a:lnSpc>
                <a:spcPct val="90000"/>
              </a:lnSpc>
              <a:spcBef>
                <a:spcPts val="1772"/>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2227451" y="40040601"/>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10732264" y="40040601"/>
            <a:ext cx="10934760"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22881997" y="40040601"/>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2210578" y="10770172"/>
            <a:ext cx="27944386" cy="179702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1259"/>
              <a:buFont typeface="Calibri"/>
              <a:buNone/>
              <a:defRPr sz="2125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2210578" y="28910440"/>
            <a:ext cx="27944386" cy="945013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543"/>
              </a:spcBef>
              <a:spcAft>
                <a:spcPts val="0"/>
              </a:spcAft>
              <a:buClr>
                <a:schemeClr val="dk1"/>
              </a:buClr>
              <a:buSzPts val="8504"/>
              <a:buNone/>
              <a:defRPr sz="8504">
                <a:solidFill>
                  <a:schemeClr val="dk1"/>
                </a:solidFill>
              </a:defRPr>
            </a:lvl1pPr>
            <a:lvl2pPr marL="914400" lvl="1" indent="-228600" algn="l">
              <a:lnSpc>
                <a:spcPct val="90000"/>
              </a:lnSpc>
              <a:spcBef>
                <a:spcPts val="1772"/>
              </a:spcBef>
              <a:spcAft>
                <a:spcPts val="0"/>
              </a:spcAft>
              <a:buClr>
                <a:srgbClr val="888888"/>
              </a:buClr>
              <a:buSzPts val="7086"/>
              <a:buNone/>
              <a:defRPr sz="7086">
                <a:solidFill>
                  <a:srgbClr val="888888"/>
                </a:solidFill>
              </a:defRPr>
            </a:lvl2pPr>
            <a:lvl3pPr marL="1371600" lvl="2" indent="-228600" algn="l">
              <a:lnSpc>
                <a:spcPct val="90000"/>
              </a:lnSpc>
              <a:spcBef>
                <a:spcPts val="1772"/>
              </a:spcBef>
              <a:spcAft>
                <a:spcPts val="0"/>
              </a:spcAft>
              <a:buClr>
                <a:srgbClr val="888888"/>
              </a:buClr>
              <a:buSzPts val="6378"/>
              <a:buNone/>
              <a:defRPr sz="6378">
                <a:solidFill>
                  <a:srgbClr val="888888"/>
                </a:solidFill>
              </a:defRPr>
            </a:lvl3pPr>
            <a:lvl4pPr marL="1828800" lvl="3" indent="-228600" algn="l">
              <a:lnSpc>
                <a:spcPct val="90000"/>
              </a:lnSpc>
              <a:spcBef>
                <a:spcPts val="1772"/>
              </a:spcBef>
              <a:spcAft>
                <a:spcPts val="0"/>
              </a:spcAft>
              <a:buClr>
                <a:srgbClr val="888888"/>
              </a:buClr>
              <a:buSzPts val="5669"/>
              <a:buNone/>
              <a:defRPr sz="5669">
                <a:solidFill>
                  <a:srgbClr val="888888"/>
                </a:solidFill>
              </a:defRPr>
            </a:lvl4pPr>
            <a:lvl5pPr marL="2286000" lvl="4" indent="-228600" algn="l">
              <a:lnSpc>
                <a:spcPct val="90000"/>
              </a:lnSpc>
              <a:spcBef>
                <a:spcPts val="1772"/>
              </a:spcBef>
              <a:spcAft>
                <a:spcPts val="0"/>
              </a:spcAft>
              <a:buClr>
                <a:srgbClr val="888888"/>
              </a:buClr>
              <a:buSzPts val="5669"/>
              <a:buNone/>
              <a:defRPr sz="5669">
                <a:solidFill>
                  <a:srgbClr val="888888"/>
                </a:solidFill>
              </a:defRPr>
            </a:lvl5pPr>
            <a:lvl6pPr marL="2743200" lvl="5" indent="-228600" algn="l">
              <a:lnSpc>
                <a:spcPct val="90000"/>
              </a:lnSpc>
              <a:spcBef>
                <a:spcPts val="1772"/>
              </a:spcBef>
              <a:spcAft>
                <a:spcPts val="0"/>
              </a:spcAft>
              <a:buClr>
                <a:srgbClr val="888888"/>
              </a:buClr>
              <a:buSzPts val="5669"/>
              <a:buNone/>
              <a:defRPr sz="5669">
                <a:solidFill>
                  <a:srgbClr val="888888"/>
                </a:solidFill>
              </a:defRPr>
            </a:lvl6pPr>
            <a:lvl7pPr marL="3200400" lvl="6" indent="-228600" algn="l">
              <a:lnSpc>
                <a:spcPct val="90000"/>
              </a:lnSpc>
              <a:spcBef>
                <a:spcPts val="1772"/>
              </a:spcBef>
              <a:spcAft>
                <a:spcPts val="0"/>
              </a:spcAft>
              <a:buClr>
                <a:srgbClr val="888888"/>
              </a:buClr>
              <a:buSzPts val="5669"/>
              <a:buNone/>
              <a:defRPr sz="5669">
                <a:solidFill>
                  <a:srgbClr val="888888"/>
                </a:solidFill>
              </a:defRPr>
            </a:lvl7pPr>
            <a:lvl8pPr marL="3657600" lvl="7" indent="-228600" algn="l">
              <a:lnSpc>
                <a:spcPct val="90000"/>
              </a:lnSpc>
              <a:spcBef>
                <a:spcPts val="1772"/>
              </a:spcBef>
              <a:spcAft>
                <a:spcPts val="0"/>
              </a:spcAft>
              <a:buClr>
                <a:srgbClr val="888888"/>
              </a:buClr>
              <a:buSzPts val="5669"/>
              <a:buNone/>
              <a:defRPr sz="5669">
                <a:solidFill>
                  <a:srgbClr val="888888"/>
                </a:solidFill>
              </a:defRPr>
            </a:lvl8pPr>
            <a:lvl9pPr marL="4114800" lvl="8" indent="-228600" algn="l">
              <a:lnSpc>
                <a:spcPct val="90000"/>
              </a:lnSpc>
              <a:spcBef>
                <a:spcPts val="1772"/>
              </a:spcBef>
              <a:spcAft>
                <a:spcPts val="0"/>
              </a:spcAft>
              <a:buClr>
                <a:srgbClr val="888888"/>
              </a:buClr>
              <a:buSzPts val="5669"/>
              <a:buNone/>
              <a:defRPr sz="5669">
                <a:solidFill>
                  <a:srgbClr val="888888"/>
                </a:solidFill>
              </a:defRPr>
            </a:lvl9pPr>
          </a:lstStyle>
          <a:p>
            <a:endParaRPr/>
          </a:p>
        </p:txBody>
      </p:sp>
      <p:sp>
        <p:nvSpPr>
          <p:cNvPr id="26" name="Google Shape;26;p5"/>
          <p:cNvSpPr txBox="1">
            <a:spLocks noGrp="1"/>
          </p:cNvSpPr>
          <p:nvPr>
            <p:ph type="dt" idx="10"/>
          </p:nvPr>
        </p:nvSpPr>
        <p:spPr>
          <a:xfrm>
            <a:off x="2227451" y="40040601"/>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10732264" y="40040601"/>
            <a:ext cx="10934760"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22881997" y="40040601"/>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2227451" y="2300044"/>
            <a:ext cx="27944386" cy="83501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2227451" y="11500170"/>
            <a:ext cx="13769697" cy="2741040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543"/>
              </a:spcBef>
              <a:spcAft>
                <a:spcPts val="0"/>
              </a:spcAft>
              <a:buClr>
                <a:schemeClr val="dk1"/>
              </a:buClr>
              <a:buSzPts val="1800"/>
              <a:buChar char="•"/>
              <a:defRPr/>
            </a:lvl1pPr>
            <a:lvl2pPr marL="914400" lvl="1" indent="-342900" algn="l">
              <a:lnSpc>
                <a:spcPct val="90000"/>
              </a:lnSpc>
              <a:spcBef>
                <a:spcPts val="1772"/>
              </a:spcBef>
              <a:spcAft>
                <a:spcPts val="0"/>
              </a:spcAft>
              <a:buClr>
                <a:schemeClr val="dk1"/>
              </a:buClr>
              <a:buSzPts val="1800"/>
              <a:buChar char="•"/>
              <a:defRPr/>
            </a:lvl2pPr>
            <a:lvl3pPr marL="1371600" lvl="2" indent="-342900" algn="l">
              <a:lnSpc>
                <a:spcPct val="90000"/>
              </a:lnSpc>
              <a:spcBef>
                <a:spcPts val="1772"/>
              </a:spcBef>
              <a:spcAft>
                <a:spcPts val="0"/>
              </a:spcAft>
              <a:buClr>
                <a:schemeClr val="dk1"/>
              </a:buClr>
              <a:buSzPts val="1800"/>
              <a:buChar char="•"/>
              <a:defRPr/>
            </a:lvl3pPr>
            <a:lvl4pPr marL="1828800" lvl="3" indent="-342900" algn="l">
              <a:lnSpc>
                <a:spcPct val="90000"/>
              </a:lnSpc>
              <a:spcBef>
                <a:spcPts val="1772"/>
              </a:spcBef>
              <a:spcAft>
                <a:spcPts val="0"/>
              </a:spcAft>
              <a:buClr>
                <a:schemeClr val="dk1"/>
              </a:buClr>
              <a:buSzPts val="1800"/>
              <a:buChar char="•"/>
              <a:defRPr/>
            </a:lvl4pPr>
            <a:lvl5pPr marL="2286000" lvl="4" indent="-342900" algn="l">
              <a:lnSpc>
                <a:spcPct val="90000"/>
              </a:lnSpc>
              <a:spcBef>
                <a:spcPts val="1772"/>
              </a:spcBef>
              <a:spcAft>
                <a:spcPts val="0"/>
              </a:spcAft>
              <a:buClr>
                <a:schemeClr val="dk1"/>
              </a:buClr>
              <a:buSzPts val="1800"/>
              <a:buChar char="•"/>
              <a:defRPr/>
            </a:lvl5pPr>
            <a:lvl6pPr marL="2743200" lvl="5" indent="-342900" algn="l">
              <a:lnSpc>
                <a:spcPct val="90000"/>
              </a:lnSpc>
              <a:spcBef>
                <a:spcPts val="1772"/>
              </a:spcBef>
              <a:spcAft>
                <a:spcPts val="0"/>
              </a:spcAft>
              <a:buClr>
                <a:schemeClr val="dk1"/>
              </a:buClr>
              <a:buSzPts val="1800"/>
              <a:buChar char="•"/>
              <a:defRPr/>
            </a:lvl6pPr>
            <a:lvl7pPr marL="3200400" lvl="6" indent="-342900" algn="l">
              <a:lnSpc>
                <a:spcPct val="90000"/>
              </a:lnSpc>
              <a:spcBef>
                <a:spcPts val="1772"/>
              </a:spcBef>
              <a:spcAft>
                <a:spcPts val="0"/>
              </a:spcAft>
              <a:buClr>
                <a:schemeClr val="dk1"/>
              </a:buClr>
              <a:buSzPts val="1800"/>
              <a:buChar char="•"/>
              <a:defRPr/>
            </a:lvl7pPr>
            <a:lvl8pPr marL="3657600" lvl="7" indent="-342900" algn="l">
              <a:lnSpc>
                <a:spcPct val="90000"/>
              </a:lnSpc>
              <a:spcBef>
                <a:spcPts val="1772"/>
              </a:spcBef>
              <a:spcAft>
                <a:spcPts val="0"/>
              </a:spcAft>
              <a:buClr>
                <a:schemeClr val="dk1"/>
              </a:buClr>
              <a:buSzPts val="1800"/>
              <a:buChar char="•"/>
              <a:defRPr/>
            </a:lvl8pPr>
            <a:lvl9pPr marL="4114800" lvl="8" indent="-342900" algn="l">
              <a:lnSpc>
                <a:spcPct val="90000"/>
              </a:lnSpc>
              <a:spcBef>
                <a:spcPts val="1772"/>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16402140" y="11500170"/>
            <a:ext cx="13769697" cy="2741040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543"/>
              </a:spcBef>
              <a:spcAft>
                <a:spcPts val="0"/>
              </a:spcAft>
              <a:buClr>
                <a:schemeClr val="dk1"/>
              </a:buClr>
              <a:buSzPts val="1800"/>
              <a:buChar char="•"/>
              <a:defRPr/>
            </a:lvl1pPr>
            <a:lvl2pPr marL="914400" lvl="1" indent="-342900" algn="l">
              <a:lnSpc>
                <a:spcPct val="90000"/>
              </a:lnSpc>
              <a:spcBef>
                <a:spcPts val="1772"/>
              </a:spcBef>
              <a:spcAft>
                <a:spcPts val="0"/>
              </a:spcAft>
              <a:buClr>
                <a:schemeClr val="dk1"/>
              </a:buClr>
              <a:buSzPts val="1800"/>
              <a:buChar char="•"/>
              <a:defRPr/>
            </a:lvl2pPr>
            <a:lvl3pPr marL="1371600" lvl="2" indent="-342900" algn="l">
              <a:lnSpc>
                <a:spcPct val="90000"/>
              </a:lnSpc>
              <a:spcBef>
                <a:spcPts val="1772"/>
              </a:spcBef>
              <a:spcAft>
                <a:spcPts val="0"/>
              </a:spcAft>
              <a:buClr>
                <a:schemeClr val="dk1"/>
              </a:buClr>
              <a:buSzPts val="1800"/>
              <a:buChar char="•"/>
              <a:defRPr/>
            </a:lvl3pPr>
            <a:lvl4pPr marL="1828800" lvl="3" indent="-342900" algn="l">
              <a:lnSpc>
                <a:spcPct val="90000"/>
              </a:lnSpc>
              <a:spcBef>
                <a:spcPts val="1772"/>
              </a:spcBef>
              <a:spcAft>
                <a:spcPts val="0"/>
              </a:spcAft>
              <a:buClr>
                <a:schemeClr val="dk1"/>
              </a:buClr>
              <a:buSzPts val="1800"/>
              <a:buChar char="•"/>
              <a:defRPr/>
            </a:lvl4pPr>
            <a:lvl5pPr marL="2286000" lvl="4" indent="-342900" algn="l">
              <a:lnSpc>
                <a:spcPct val="90000"/>
              </a:lnSpc>
              <a:spcBef>
                <a:spcPts val="1772"/>
              </a:spcBef>
              <a:spcAft>
                <a:spcPts val="0"/>
              </a:spcAft>
              <a:buClr>
                <a:schemeClr val="dk1"/>
              </a:buClr>
              <a:buSzPts val="1800"/>
              <a:buChar char="•"/>
              <a:defRPr/>
            </a:lvl5pPr>
            <a:lvl6pPr marL="2743200" lvl="5" indent="-342900" algn="l">
              <a:lnSpc>
                <a:spcPct val="90000"/>
              </a:lnSpc>
              <a:spcBef>
                <a:spcPts val="1772"/>
              </a:spcBef>
              <a:spcAft>
                <a:spcPts val="0"/>
              </a:spcAft>
              <a:buClr>
                <a:schemeClr val="dk1"/>
              </a:buClr>
              <a:buSzPts val="1800"/>
              <a:buChar char="•"/>
              <a:defRPr/>
            </a:lvl6pPr>
            <a:lvl7pPr marL="3200400" lvl="6" indent="-342900" algn="l">
              <a:lnSpc>
                <a:spcPct val="90000"/>
              </a:lnSpc>
              <a:spcBef>
                <a:spcPts val="1772"/>
              </a:spcBef>
              <a:spcAft>
                <a:spcPts val="0"/>
              </a:spcAft>
              <a:buClr>
                <a:schemeClr val="dk1"/>
              </a:buClr>
              <a:buSzPts val="1800"/>
              <a:buChar char="•"/>
              <a:defRPr/>
            </a:lvl7pPr>
            <a:lvl8pPr marL="3657600" lvl="7" indent="-342900" algn="l">
              <a:lnSpc>
                <a:spcPct val="90000"/>
              </a:lnSpc>
              <a:spcBef>
                <a:spcPts val="1772"/>
              </a:spcBef>
              <a:spcAft>
                <a:spcPts val="0"/>
              </a:spcAft>
              <a:buClr>
                <a:schemeClr val="dk1"/>
              </a:buClr>
              <a:buSzPts val="1800"/>
              <a:buChar char="•"/>
              <a:defRPr/>
            </a:lvl8pPr>
            <a:lvl9pPr marL="4114800" lvl="8" indent="-342900" algn="l">
              <a:lnSpc>
                <a:spcPct val="90000"/>
              </a:lnSpc>
              <a:spcBef>
                <a:spcPts val="1772"/>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2227451" y="40040601"/>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10732264" y="40040601"/>
            <a:ext cx="10934760"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22881997" y="40040601"/>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2231671" y="2300044"/>
            <a:ext cx="27944386" cy="83501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2231675" y="10590160"/>
            <a:ext cx="13706415" cy="5190073"/>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543"/>
              </a:spcBef>
              <a:spcAft>
                <a:spcPts val="0"/>
              </a:spcAft>
              <a:buClr>
                <a:schemeClr val="dk1"/>
              </a:buClr>
              <a:buSzPts val="8504"/>
              <a:buNone/>
              <a:defRPr sz="8504" b="1"/>
            </a:lvl1pPr>
            <a:lvl2pPr marL="914400" lvl="1" indent="-228600" algn="l">
              <a:lnSpc>
                <a:spcPct val="90000"/>
              </a:lnSpc>
              <a:spcBef>
                <a:spcPts val="1772"/>
              </a:spcBef>
              <a:spcAft>
                <a:spcPts val="0"/>
              </a:spcAft>
              <a:buClr>
                <a:schemeClr val="dk1"/>
              </a:buClr>
              <a:buSzPts val="7086"/>
              <a:buNone/>
              <a:defRPr sz="7086" b="1"/>
            </a:lvl2pPr>
            <a:lvl3pPr marL="1371600" lvl="2" indent="-228600" algn="l">
              <a:lnSpc>
                <a:spcPct val="90000"/>
              </a:lnSpc>
              <a:spcBef>
                <a:spcPts val="1772"/>
              </a:spcBef>
              <a:spcAft>
                <a:spcPts val="0"/>
              </a:spcAft>
              <a:buClr>
                <a:schemeClr val="dk1"/>
              </a:buClr>
              <a:buSzPts val="6378"/>
              <a:buNone/>
              <a:defRPr sz="6378" b="1"/>
            </a:lvl3pPr>
            <a:lvl4pPr marL="1828800" lvl="3" indent="-228600" algn="l">
              <a:lnSpc>
                <a:spcPct val="90000"/>
              </a:lnSpc>
              <a:spcBef>
                <a:spcPts val="1772"/>
              </a:spcBef>
              <a:spcAft>
                <a:spcPts val="0"/>
              </a:spcAft>
              <a:buClr>
                <a:schemeClr val="dk1"/>
              </a:buClr>
              <a:buSzPts val="5669"/>
              <a:buNone/>
              <a:defRPr sz="5669" b="1"/>
            </a:lvl4pPr>
            <a:lvl5pPr marL="2286000" lvl="4" indent="-228600" algn="l">
              <a:lnSpc>
                <a:spcPct val="90000"/>
              </a:lnSpc>
              <a:spcBef>
                <a:spcPts val="1772"/>
              </a:spcBef>
              <a:spcAft>
                <a:spcPts val="0"/>
              </a:spcAft>
              <a:buClr>
                <a:schemeClr val="dk1"/>
              </a:buClr>
              <a:buSzPts val="5669"/>
              <a:buNone/>
              <a:defRPr sz="5669" b="1"/>
            </a:lvl5pPr>
            <a:lvl6pPr marL="2743200" lvl="5" indent="-228600" algn="l">
              <a:lnSpc>
                <a:spcPct val="90000"/>
              </a:lnSpc>
              <a:spcBef>
                <a:spcPts val="1772"/>
              </a:spcBef>
              <a:spcAft>
                <a:spcPts val="0"/>
              </a:spcAft>
              <a:buClr>
                <a:schemeClr val="dk1"/>
              </a:buClr>
              <a:buSzPts val="5669"/>
              <a:buNone/>
              <a:defRPr sz="5669" b="1"/>
            </a:lvl6pPr>
            <a:lvl7pPr marL="3200400" lvl="6" indent="-228600" algn="l">
              <a:lnSpc>
                <a:spcPct val="90000"/>
              </a:lnSpc>
              <a:spcBef>
                <a:spcPts val="1772"/>
              </a:spcBef>
              <a:spcAft>
                <a:spcPts val="0"/>
              </a:spcAft>
              <a:buClr>
                <a:schemeClr val="dk1"/>
              </a:buClr>
              <a:buSzPts val="5669"/>
              <a:buNone/>
              <a:defRPr sz="5669" b="1"/>
            </a:lvl7pPr>
            <a:lvl8pPr marL="3657600" lvl="7" indent="-228600" algn="l">
              <a:lnSpc>
                <a:spcPct val="90000"/>
              </a:lnSpc>
              <a:spcBef>
                <a:spcPts val="1772"/>
              </a:spcBef>
              <a:spcAft>
                <a:spcPts val="0"/>
              </a:spcAft>
              <a:buClr>
                <a:schemeClr val="dk1"/>
              </a:buClr>
              <a:buSzPts val="5669"/>
              <a:buNone/>
              <a:defRPr sz="5669" b="1"/>
            </a:lvl8pPr>
            <a:lvl9pPr marL="4114800" lvl="8" indent="-228600" algn="l">
              <a:lnSpc>
                <a:spcPct val="90000"/>
              </a:lnSpc>
              <a:spcBef>
                <a:spcPts val="1772"/>
              </a:spcBef>
              <a:spcAft>
                <a:spcPts val="0"/>
              </a:spcAft>
              <a:buClr>
                <a:schemeClr val="dk1"/>
              </a:buClr>
              <a:buSzPts val="5669"/>
              <a:buNone/>
              <a:defRPr sz="5669" b="1"/>
            </a:lvl9pPr>
          </a:lstStyle>
          <a:p>
            <a:endParaRPr/>
          </a:p>
        </p:txBody>
      </p:sp>
      <p:sp>
        <p:nvSpPr>
          <p:cNvPr id="39" name="Google Shape;39;p7"/>
          <p:cNvSpPr txBox="1">
            <a:spLocks noGrp="1"/>
          </p:cNvSpPr>
          <p:nvPr>
            <p:ph type="body" idx="2"/>
          </p:nvPr>
        </p:nvSpPr>
        <p:spPr>
          <a:xfrm>
            <a:off x="2231675" y="15780233"/>
            <a:ext cx="13706415" cy="2321034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543"/>
              </a:spcBef>
              <a:spcAft>
                <a:spcPts val="0"/>
              </a:spcAft>
              <a:buClr>
                <a:schemeClr val="dk1"/>
              </a:buClr>
              <a:buSzPts val="1800"/>
              <a:buChar char="•"/>
              <a:defRPr/>
            </a:lvl1pPr>
            <a:lvl2pPr marL="914400" lvl="1" indent="-342900" algn="l">
              <a:lnSpc>
                <a:spcPct val="90000"/>
              </a:lnSpc>
              <a:spcBef>
                <a:spcPts val="1772"/>
              </a:spcBef>
              <a:spcAft>
                <a:spcPts val="0"/>
              </a:spcAft>
              <a:buClr>
                <a:schemeClr val="dk1"/>
              </a:buClr>
              <a:buSzPts val="1800"/>
              <a:buChar char="•"/>
              <a:defRPr/>
            </a:lvl2pPr>
            <a:lvl3pPr marL="1371600" lvl="2" indent="-342900" algn="l">
              <a:lnSpc>
                <a:spcPct val="90000"/>
              </a:lnSpc>
              <a:spcBef>
                <a:spcPts val="1772"/>
              </a:spcBef>
              <a:spcAft>
                <a:spcPts val="0"/>
              </a:spcAft>
              <a:buClr>
                <a:schemeClr val="dk1"/>
              </a:buClr>
              <a:buSzPts val="1800"/>
              <a:buChar char="•"/>
              <a:defRPr/>
            </a:lvl3pPr>
            <a:lvl4pPr marL="1828800" lvl="3" indent="-342900" algn="l">
              <a:lnSpc>
                <a:spcPct val="90000"/>
              </a:lnSpc>
              <a:spcBef>
                <a:spcPts val="1772"/>
              </a:spcBef>
              <a:spcAft>
                <a:spcPts val="0"/>
              </a:spcAft>
              <a:buClr>
                <a:schemeClr val="dk1"/>
              </a:buClr>
              <a:buSzPts val="1800"/>
              <a:buChar char="•"/>
              <a:defRPr/>
            </a:lvl4pPr>
            <a:lvl5pPr marL="2286000" lvl="4" indent="-342900" algn="l">
              <a:lnSpc>
                <a:spcPct val="90000"/>
              </a:lnSpc>
              <a:spcBef>
                <a:spcPts val="1772"/>
              </a:spcBef>
              <a:spcAft>
                <a:spcPts val="0"/>
              </a:spcAft>
              <a:buClr>
                <a:schemeClr val="dk1"/>
              </a:buClr>
              <a:buSzPts val="1800"/>
              <a:buChar char="•"/>
              <a:defRPr/>
            </a:lvl5pPr>
            <a:lvl6pPr marL="2743200" lvl="5" indent="-342900" algn="l">
              <a:lnSpc>
                <a:spcPct val="90000"/>
              </a:lnSpc>
              <a:spcBef>
                <a:spcPts val="1772"/>
              </a:spcBef>
              <a:spcAft>
                <a:spcPts val="0"/>
              </a:spcAft>
              <a:buClr>
                <a:schemeClr val="dk1"/>
              </a:buClr>
              <a:buSzPts val="1800"/>
              <a:buChar char="•"/>
              <a:defRPr/>
            </a:lvl6pPr>
            <a:lvl7pPr marL="3200400" lvl="6" indent="-342900" algn="l">
              <a:lnSpc>
                <a:spcPct val="90000"/>
              </a:lnSpc>
              <a:spcBef>
                <a:spcPts val="1772"/>
              </a:spcBef>
              <a:spcAft>
                <a:spcPts val="0"/>
              </a:spcAft>
              <a:buClr>
                <a:schemeClr val="dk1"/>
              </a:buClr>
              <a:buSzPts val="1800"/>
              <a:buChar char="•"/>
              <a:defRPr/>
            </a:lvl7pPr>
            <a:lvl8pPr marL="3657600" lvl="7" indent="-342900" algn="l">
              <a:lnSpc>
                <a:spcPct val="90000"/>
              </a:lnSpc>
              <a:spcBef>
                <a:spcPts val="1772"/>
              </a:spcBef>
              <a:spcAft>
                <a:spcPts val="0"/>
              </a:spcAft>
              <a:buClr>
                <a:schemeClr val="dk1"/>
              </a:buClr>
              <a:buSzPts val="1800"/>
              <a:buChar char="•"/>
              <a:defRPr/>
            </a:lvl8pPr>
            <a:lvl9pPr marL="4114800" lvl="8" indent="-342900" algn="l">
              <a:lnSpc>
                <a:spcPct val="90000"/>
              </a:lnSpc>
              <a:spcBef>
                <a:spcPts val="1772"/>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16402142" y="10590160"/>
            <a:ext cx="13773917" cy="5190073"/>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543"/>
              </a:spcBef>
              <a:spcAft>
                <a:spcPts val="0"/>
              </a:spcAft>
              <a:buClr>
                <a:schemeClr val="dk1"/>
              </a:buClr>
              <a:buSzPts val="8504"/>
              <a:buNone/>
              <a:defRPr sz="8504" b="1"/>
            </a:lvl1pPr>
            <a:lvl2pPr marL="914400" lvl="1" indent="-228600" algn="l">
              <a:lnSpc>
                <a:spcPct val="90000"/>
              </a:lnSpc>
              <a:spcBef>
                <a:spcPts val="1772"/>
              </a:spcBef>
              <a:spcAft>
                <a:spcPts val="0"/>
              </a:spcAft>
              <a:buClr>
                <a:schemeClr val="dk1"/>
              </a:buClr>
              <a:buSzPts val="7086"/>
              <a:buNone/>
              <a:defRPr sz="7086" b="1"/>
            </a:lvl2pPr>
            <a:lvl3pPr marL="1371600" lvl="2" indent="-228600" algn="l">
              <a:lnSpc>
                <a:spcPct val="90000"/>
              </a:lnSpc>
              <a:spcBef>
                <a:spcPts val="1772"/>
              </a:spcBef>
              <a:spcAft>
                <a:spcPts val="0"/>
              </a:spcAft>
              <a:buClr>
                <a:schemeClr val="dk1"/>
              </a:buClr>
              <a:buSzPts val="6378"/>
              <a:buNone/>
              <a:defRPr sz="6378" b="1"/>
            </a:lvl3pPr>
            <a:lvl4pPr marL="1828800" lvl="3" indent="-228600" algn="l">
              <a:lnSpc>
                <a:spcPct val="90000"/>
              </a:lnSpc>
              <a:spcBef>
                <a:spcPts val="1772"/>
              </a:spcBef>
              <a:spcAft>
                <a:spcPts val="0"/>
              </a:spcAft>
              <a:buClr>
                <a:schemeClr val="dk1"/>
              </a:buClr>
              <a:buSzPts val="5669"/>
              <a:buNone/>
              <a:defRPr sz="5669" b="1"/>
            </a:lvl4pPr>
            <a:lvl5pPr marL="2286000" lvl="4" indent="-228600" algn="l">
              <a:lnSpc>
                <a:spcPct val="90000"/>
              </a:lnSpc>
              <a:spcBef>
                <a:spcPts val="1772"/>
              </a:spcBef>
              <a:spcAft>
                <a:spcPts val="0"/>
              </a:spcAft>
              <a:buClr>
                <a:schemeClr val="dk1"/>
              </a:buClr>
              <a:buSzPts val="5669"/>
              <a:buNone/>
              <a:defRPr sz="5669" b="1"/>
            </a:lvl5pPr>
            <a:lvl6pPr marL="2743200" lvl="5" indent="-228600" algn="l">
              <a:lnSpc>
                <a:spcPct val="90000"/>
              </a:lnSpc>
              <a:spcBef>
                <a:spcPts val="1772"/>
              </a:spcBef>
              <a:spcAft>
                <a:spcPts val="0"/>
              </a:spcAft>
              <a:buClr>
                <a:schemeClr val="dk1"/>
              </a:buClr>
              <a:buSzPts val="5669"/>
              <a:buNone/>
              <a:defRPr sz="5669" b="1"/>
            </a:lvl6pPr>
            <a:lvl7pPr marL="3200400" lvl="6" indent="-228600" algn="l">
              <a:lnSpc>
                <a:spcPct val="90000"/>
              </a:lnSpc>
              <a:spcBef>
                <a:spcPts val="1772"/>
              </a:spcBef>
              <a:spcAft>
                <a:spcPts val="0"/>
              </a:spcAft>
              <a:buClr>
                <a:schemeClr val="dk1"/>
              </a:buClr>
              <a:buSzPts val="5669"/>
              <a:buNone/>
              <a:defRPr sz="5669" b="1"/>
            </a:lvl7pPr>
            <a:lvl8pPr marL="3657600" lvl="7" indent="-228600" algn="l">
              <a:lnSpc>
                <a:spcPct val="90000"/>
              </a:lnSpc>
              <a:spcBef>
                <a:spcPts val="1772"/>
              </a:spcBef>
              <a:spcAft>
                <a:spcPts val="0"/>
              </a:spcAft>
              <a:buClr>
                <a:schemeClr val="dk1"/>
              </a:buClr>
              <a:buSzPts val="5669"/>
              <a:buNone/>
              <a:defRPr sz="5669" b="1"/>
            </a:lvl8pPr>
            <a:lvl9pPr marL="4114800" lvl="8" indent="-228600" algn="l">
              <a:lnSpc>
                <a:spcPct val="90000"/>
              </a:lnSpc>
              <a:spcBef>
                <a:spcPts val="1772"/>
              </a:spcBef>
              <a:spcAft>
                <a:spcPts val="0"/>
              </a:spcAft>
              <a:buClr>
                <a:schemeClr val="dk1"/>
              </a:buClr>
              <a:buSzPts val="5669"/>
              <a:buNone/>
              <a:defRPr sz="5669" b="1"/>
            </a:lvl9pPr>
          </a:lstStyle>
          <a:p>
            <a:endParaRPr/>
          </a:p>
        </p:txBody>
      </p:sp>
      <p:sp>
        <p:nvSpPr>
          <p:cNvPr id="41" name="Google Shape;41;p7"/>
          <p:cNvSpPr txBox="1">
            <a:spLocks noGrp="1"/>
          </p:cNvSpPr>
          <p:nvPr>
            <p:ph type="body" idx="4"/>
          </p:nvPr>
        </p:nvSpPr>
        <p:spPr>
          <a:xfrm>
            <a:off x="16402142" y="15780233"/>
            <a:ext cx="13773917" cy="2321034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543"/>
              </a:spcBef>
              <a:spcAft>
                <a:spcPts val="0"/>
              </a:spcAft>
              <a:buClr>
                <a:schemeClr val="dk1"/>
              </a:buClr>
              <a:buSzPts val="1800"/>
              <a:buChar char="•"/>
              <a:defRPr/>
            </a:lvl1pPr>
            <a:lvl2pPr marL="914400" lvl="1" indent="-342900" algn="l">
              <a:lnSpc>
                <a:spcPct val="90000"/>
              </a:lnSpc>
              <a:spcBef>
                <a:spcPts val="1772"/>
              </a:spcBef>
              <a:spcAft>
                <a:spcPts val="0"/>
              </a:spcAft>
              <a:buClr>
                <a:schemeClr val="dk1"/>
              </a:buClr>
              <a:buSzPts val="1800"/>
              <a:buChar char="•"/>
              <a:defRPr/>
            </a:lvl2pPr>
            <a:lvl3pPr marL="1371600" lvl="2" indent="-342900" algn="l">
              <a:lnSpc>
                <a:spcPct val="90000"/>
              </a:lnSpc>
              <a:spcBef>
                <a:spcPts val="1772"/>
              </a:spcBef>
              <a:spcAft>
                <a:spcPts val="0"/>
              </a:spcAft>
              <a:buClr>
                <a:schemeClr val="dk1"/>
              </a:buClr>
              <a:buSzPts val="1800"/>
              <a:buChar char="•"/>
              <a:defRPr/>
            </a:lvl3pPr>
            <a:lvl4pPr marL="1828800" lvl="3" indent="-342900" algn="l">
              <a:lnSpc>
                <a:spcPct val="90000"/>
              </a:lnSpc>
              <a:spcBef>
                <a:spcPts val="1772"/>
              </a:spcBef>
              <a:spcAft>
                <a:spcPts val="0"/>
              </a:spcAft>
              <a:buClr>
                <a:schemeClr val="dk1"/>
              </a:buClr>
              <a:buSzPts val="1800"/>
              <a:buChar char="•"/>
              <a:defRPr/>
            </a:lvl4pPr>
            <a:lvl5pPr marL="2286000" lvl="4" indent="-342900" algn="l">
              <a:lnSpc>
                <a:spcPct val="90000"/>
              </a:lnSpc>
              <a:spcBef>
                <a:spcPts val="1772"/>
              </a:spcBef>
              <a:spcAft>
                <a:spcPts val="0"/>
              </a:spcAft>
              <a:buClr>
                <a:schemeClr val="dk1"/>
              </a:buClr>
              <a:buSzPts val="1800"/>
              <a:buChar char="•"/>
              <a:defRPr/>
            </a:lvl5pPr>
            <a:lvl6pPr marL="2743200" lvl="5" indent="-342900" algn="l">
              <a:lnSpc>
                <a:spcPct val="90000"/>
              </a:lnSpc>
              <a:spcBef>
                <a:spcPts val="1772"/>
              </a:spcBef>
              <a:spcAft>
                <a:spcPts val="0"/>
              </a:spcAft>
              <a:buClr>
                <a:schemeClr val="dk1"/>
              </a:buClr>
              <a:buSzPts val="1800"/>
              <a:buChar char="•"/>
              <a:defRPr/>
            </a:lvl6pPr>
            <a:lvl7pPr marL="3200400" lvl="6" indent="-342900" algn="l">
              <a:lnSpc>
                <a:spcPct val="90000"/>
              </a:lnSpc>
              <a:spcBef>
                <a:spcPts val="1772"/>
              </a:spcBef>
              <a:spcAft>
                <a:spcPts val="0"/>
              </a:spcAft>
              <a:buClr>
                <a:schemeClr val="dk1"/>
              </a:buClr>
              <a:buSzPts val="1800"/>
              <a:buChar char="•"/>
              <a:defRPr/>
            </a:lvl7pPr>
            <a:lvl8pPr marL="3657600" lvl="7" indent="-342900" algn="l">
              <a:lnSpc>
                <a:spcPct val="90000"/>
              </a:lnSpc>
              <a:spcBef>
                <a:spcPts val="1772"/>
              </a:spcBef>
              <a:spcAft>
                <a:spcPts val="0"/>
              </a:spcAft>
              <a:buClr>
                <a:schemeClr val="dk1"/>
              </a:buClr>
              <a:buSzPts val="1800"/>
              <a:buChar char="•"/>
              <a:defRPr/>
            </a:lvl8pPr>
            <a:lvl9pPr marL="4114800" lvl="8" indent="-342900" algn="l">
              <a:lnSpc>
                <a:spcPct val="90000"/>
              </a:lnSpc>
              <a:spcBef>
                <a:spcPts val="1772"/>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2227451" y="40040601"/>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10732264" y="40040601"/>
            <a:ext cx="10934760"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22881997" y="40040601"/>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227451" y="2300044"/>
            <a:ext cx="27944386" cy="83501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2227451" y="40040601"/>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10732264" y="40040601"/>
            <a:ext cx="10934760"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22881997" y="40040601"/>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2227451" y="40040601"/>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10732264" y="40040601"/>
            <a:ext cx="10934760"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22881997" y="40040601"/>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2231671" y="2880042"/>
            <a:ext cx="10449614" cy="1008014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1338"/>
              <a:buFont typeface="Calibri"/>
              <a:buNone/>
              <a:defRPr sz="11338"/>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13773917" y="6220102"/>
            <a:ext cx="16402140" cy="30700453"/>
          </a:xfrm>
          <a:prstGeom prst="rect">
            <a:avLst/>
          </a:prstGeom>
          <a:noFill/>
          <a:ln>
            <a:noFill/>
          </a:ln>
        </p:spPr>
        <p:txBody>
          <a:bodyPr spcFirstLastPara="1" wrap="square" lIns="91425" tIns="45700" rIns="91425" bIns="45700" anchor="t" anchorCtr="0">
            <a:normAutofit/>
          </a:bodyPr>
          <a:lstStyle>
            <a:lvl1pPr marL="457200" lvl="0" indent="-948563" algn="l">
              <a:lnSpc>
                <a:spcPct val="90000"/>
              </a:lnSpc>
              <a:spcBef>
                <a:spcPts val="3543"/>
              </a:spcBef>
              <a:spcAft>
                <a:spcPts val="0"/>
              </a:spcAft>
              <a:buClr>
                <a:schemeClr val="dk1"/>
              </a:buClr>
              <a:buSzPts val="11338"/>
              <a:buChar char="•"/>
              <a:defRPr sz="11338"/>
            </a:lvl1pPr>
            <a:lvl2pPr marL="914400" lvl="1" indent="-858583" algn="l">
              <a:lnSpc>
                <a:spcPct val="90000"/>
              </a:lnSpc>
              <a:spcBef>
                <a:spcPts val="1772"/>
              </a:spcBef>
              <a:spcAft>
                <a:spcPts val="0"/>
              </a:spcAft>
              <a:buClr>
                <a:schemeClr val="dk1"/>
              </a:buClr>
              <a:buSzPts val="9921"/>
              <a:buChar char="•"/>
              <a:defRPr sz="9921"/>
            </a:lvl2pPr>
            <a:lvl3pPr marL="1371600" lvl="2" indent="-768604" algn="l">
              <a:lnSpc>
                <a:spcPct val="90000"/>
              </a:lnSpc>
              <a:spcBef>
                <a:spcPts val="1772"/>
              </a:spcBef>
              <a:spcAft>
                <a:spcPts val="0"/>
              </a:spcAft>
              <a:buClr>
                <a:schemeClr val="dk1"/>
              </a:buClr>
              <a:buSzPts val="8504"/>
              <a:buChar char="•"/>
              <a:defRPr sz="8504"/>
            </a:lvl3pPr>
            <a:lvl4pPr marL="1828800" lvl="3" indent="-678561" algn="l">
              <a:lnSpc>
                <a:spcPct val="90000"/>
              </a:lnSpc>
              <a:spcBef>
                <a:spcPts val="1772"/>
              </a:spcBef>
              <a:spcAft>
                <a:spcPts val="0"/>
              </a:spcAft>
              <a:buClr>
                <a:schemeClr val="dk1"/>
              </a:buClr>
              <a:buSzPts val="7086"/>
              <a:buChar char="•"/>
              <a:defRPr sz="7086"/>
            </a:lvl4pPr>
            <a:lvl5pPr marL="2286000" lvl="4" indent="-678561" algn="l">
              <a:lnSpc>
                <a:spcPct val="90000"/>
              </a:lnSpc>
              <a:spcBef>
                <a:spcPts val="1772"/>
              </a:spcBef>
              <a:spcAft>
                <a:spcPts val="0"/>
              </a:spcAft>
              <a:buClr>
                <a:schemeClr val="dk1"/>
              </a:buClr>
              <a:buSzPts val="7086"/>
              <a:buChar char="•"/>
              <a:defRPr sz="7086"/>
            </a:lvl5pPr>
            <a:lvl6pPr marL="2743200" lvl="5" indent="-678560" algn="l">
              <a:lnSpc>
                <a:spcPct val="90000"/>
              </a:lnSpc>
              <a:spcBef>
                <a:spcPts val="1772"/>
              </a:spcBef>
              <a:spcAft>
                <a:spcPts val="0"/>
              </a:spcAft>
              <a:buClr>
                <a:schemeClr val="dk1"/>
              </a:buClr>
              <a:buSzPts val="7086"/>
              <a:buChar char="•"/>
              <a:defRPr sz="7086"/>
            </a:lvl6pPr>
            <a:lvl7pPr marL="3200400" lvl="6" indent="-678560" algn="l">
              <a:lnSpc>
                <a:spcPct val="90000"/>
              </a:lnSpc>
              <a:spcBef>
                <a:spcPts val="1772"/>
              </a:spcBef>
              <a:spcAft>
                <a:spcPts val="0"/>
              </a:spcAft>
              <a:buClr>
                <a:schemeClr val="dk1"/>
              </a:buClr>
              <a:buSzPts val="7086"/>
              <a:buChar char="•"/>
              <a:defRPr sz="7086"/>
            </a:lvl7pPr>
            <a:lvl8pPr marL="3657600" lvl="7" indent="-678560" algn="l">
              <a:lnSpc>
                <a:spcPct val="90000"/>
              </a:lnSpc>
              <a:spcBef>
                <a:spcPts val="1772"/>
              </a:spcBef>
              <a:spcAft>
                <a:spcPts val="0"/>
              </a:spcAft>
              <a:buClr>
                <a:schemeClr val="dk1"/>
              </a:buClr>
              <a:buSzPts val="7086"/>
              <a:buChar char="•"/>
              <a:defRPr sz="7086"/>
            </a:lvl8pPr>
            <a:lvl9pPr marL="4114800" lvl="8" indent="-678560" algn="l">
              <a:lnSpc>
                <a:spcPct val="90000"/>
              </a:lnSpc>
              <a:spcBef>
                <a:spcPts val="1772"/>
              </a:spcBef>
              <a:spcAft>
                <a:spcPts val="0"/>
              </a:spcAft>
              <a:buClr>
                <a:schemeClr val="dk1"/>
              </a:buClr>
              <a:buSzPts val="7086"/>
              <a:buChar char="•"/>
              <a:defRPr sz="7086"/>
            </a:lvl9pPr>
          </a:lstStyle>
          <a:p>
            <a:endParaRPr/>
          </a:p>
        </p:txBody>
      </p:sp>
      <p:sp>
        <p:nvSpPr>
          <p:cNvPr id="57" name="Google Shape;57;p10"/>
          <p:cNvSpPr txBox="1">
            <a:spLocks noGrp="1"/>
          </p:cNvSpPr>
          <p:nvPr>
            <p:ph type="body" idx="2"/>
          </p:nvPr>
        </p:nvSpPr>
        <p:spPr>
          <a:xfrm>
            <a:off x="2231671" y="12960191"/>
            <a:ext cx="10449614" cy="2401035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543"/>
              </a:spcBef>
              <a:spcAft>
                <a:spcPts val="0"/>
              </a:spcAft>
              <a:buClr>
                <a:schemeClr val="dk1"/>
              </a:buClr>
              <a:buSzPts val="5669"/>
              <a:buNone/>
              <a:defRPr sz="5669"/>
            </a:lvl1pPr>
            <a:lvl2pPr marL="914400" lvl="1" indent="-228600" algn="l">
              <a:lnSpc>
                <a:spcPct val="90000"/>
              </a:lnSpc>
              <a:spcBef>
                <a:spcPts val="1772"/>
              </a:spcBef>
              <a:spcAft>
                <a:spcPts val="0"/>
              </a:spcAft>
              <a:buClr>
                <a:schemeClr val="dk1"/>
              </a:buClr>
              <a:buSzPts val="4960"/>
              <a:buNone/>
              <a:defRPr sz="4960"/>
            </a:lvl2pPr>
            <a:lvl3pPr marL="1371600" lvl="2" indent="-228600" algn="l">
              <a:lnSpc>
                <a:spcPct val="90000"/>
              </a:lnSpc>
              <a:spcBef>
                <a:spcPts val="1772"/>
              </a:spcBef>
              <a:spcAft>
                <a:spcPts val="0"/>
              </a:spcAft>
              <a:buClr>
                <a:schemeClr val="dk1"/>
              </a:buClr>
              <a:buSzPts val="4252"/>
              <a:buNone/>
              <a:defRPr sz="4252"/>
            </a:lvl3pPr>
            <a:lvl4pPr marL="1828800" lvl="3" indent="-228600" algn="l">
              <a:lnSpc>
                <a:spcPct val="90000"/>
              </a:lnSpc>
              <a:spcBef>
                <a:spcPts val="1772"/>
              </a:spcBef>
              <a:spcAft>
                <a:spcPts val="0"/>
              </a:spcAft>
              <a:buClr>
                <a:schemeClr val="dk1"/>
              </a:buClr>
              <a:buSzPts val="3543"/>
              <a:buNone/>
              <a:defRPr sz="3543"/>
            </a:lvl4pPr>
            <a:lvl5pPr marL="2286000" lvl="4" indent="-228600" algn="l">
              <a:lnSpc>
                <a:spcPct val="90000"/>
              </a:lnSpc>
              <a:spcBef>
                <a:spcPts val="1772"/>
              </a:spcBef>
              <a:spcAft>
                <a:spcPts val="0"/>
              </a:spcAft>
              <a:buClr>
                <a:schemeClr val="dk1"/>
              </a:buClr>
              <a:buSzPts val="3543"/>
              <a:buNone/>
              <a:defRPr sz="3543"/>
            </a:lvl5pPr>
            <a:lvl6pPr marL="2743200" lvl="5" indent="-228600" algn="l">
              <a:lnSpc>
                <a:spcPct val="90000"/>
              </a:lnSpc>
              <a:spcBef>
                <a:spcPts val="1772"/>
              </a:spcBef>
              <a:spcAft>
                <a:spcPts val="0"/>
              </a:spcAft>
              <a:buClr>
                <a:schemeClr val="dk1"/>
              </a:buClr>
              <a:buSzPts val="3543"/>
              <a:buNone/>
              <a:defRPr sz="3543"/>
            </a:lvl6pPr>
            <a:lvl7pPr marL="3200400" lvl="6" indent="-228600" algn="l">
              <a:lnSpc>
                <a:spcPct val="90000"/>
              </a:lnSpc>
              <a:spcBef>
                <a:spcPts val="1772"/>
              </a:spcBef>
              <a:spcAft>
                <a:spcPts val="0"/>
              </a:spcAft>
              <a:buClr>
                <a:schemeClr val="dk1"/>
              </a:buClr>
              <a:buSzPts val="3543"/>
              <a:buNone/>
              <a:defRPr sz="3543"/>
            </a:lvl7pPr>
            <a:lvl8pPr marL="3657600" lvl="7" indent="-228600" algn="l">
              <a:lnSpc>
                <a:spcPct val="90000"/>
              </a:lnSpc>
              <a:spcBef>
                <a:spcPts val="1772"/>
              </a:spcBef>
              <a:spcAft>
                <a:spcPts val="0"/>
              </a:spcAft>
              <a:buClr>
                <a:schemeClr val="dk1"/>
              </a:buClr>
              <a:buSzPts val="3543"/>
              <a:buNone/>
              <a:defRPr sz="3543"/>
            </a:lvl8pPr>
            <a:lvl9pPr marL="4114800" lvl="8" indent="-228600" algn="l">
              <a:lnSpc>
                <a:spcPct val="90000"/>
              </a:lnSpc>
              <a:spcBef>
                <a:spcPts val="1772"/>
              </a:spcBef>
              <a:spcAft>
                <a:spcPts val="0"/>
              </a:spcAft>
              <a:buClr>
                <a:schemeClr val="dk1"/>
              </a:buClr>
              <a:buSzPts val="3543"/>
              <a:buNone/>
              <a:defRPr sz="3543"/>
            </a:lvl9pPr>
          </a:lstStyle>
          <a:p>
            <a:endParaRPr/>
          </a:p>
        </p:txBody>
      </p:sp>
      <p:sp>
        <p:nvSpPr>
          <p:cNvPr id="58" name="Google Shape;58;p10"/>
          <p:cNvSpPr txBox="1">
            <a:spLocks noGrp="1"/>
          </p:cNvSpPr>
          <p:nvPr>
            <p:ph type="dt" idx="10"/>
          </p:nvPr>
        </p:nvSpPr>
        <p:spPr>
          <a:xfrm>
            <a:off x="2227451" y="40040601"/>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10732264" y="40040601"/>
            <a:ext cx="10934760"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22881997" y="40040601"/>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2231671" y="2880042"/>
            <a:ext cx="10449614" cy="1008014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1338"/>
              <a:buFont typeface="Calibri"/>
              <a:buNone/>
              <a:defRPr sz="11338"/>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13773917" y="6220102"/>
            <a:ext cx="16402140" cy="30700453"/>
          </a:xfrm>
          <a:prstGeom prst="rect">
            <a:avLst/>
          </a:prstGeom>
          <a:noFill/>
          <a:ln>
            <a:noFill/>
          </a:ln>
        </p:spPr>
      </p:sp>
      <p:sp>
        <p:nvSpPr>
          <p:cNvPr id="64" name="Google Shape;64;p11"/>
          <p:cNvSpPr txBox="1">
            <a:spLocks noGrp="1"/>
          </p:cNvSpPr>
          <p:nvPr>
            <p:ph type="body" idx="1"/>
          </p:nvPr>
        </p:nvSpPr>
        <p:spPr>
          <a:xfrm>
            <a:off x="2231671" y="12960191"/>
            <a:ext cx="10449614" cy="2401035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543"/>
              </a:spcBef>
              <a:spcAft>
                <a:spcPts val="0"/>
              </a:spcAft>
              <a:buClr>
                <a:schemeClr val="dk1"/>
              </a:buClr>
              <a:buSzPts val="5669"/>
              <a:buNone/>
              <a:defRPr sz="5669"/>
            </a:lvl1pPr>
            <a:lvl2pPr marL="914400" lvl="1" indent="-228600" algn="l">
              <a:lnSpc>
                <a:spcPct val="90000"/>
              </a:lnSpc>
              <a:spcBef>
                <a:spcPts val="1772"/>
              </a:spcBef>
              <a:spcAft>
                <a:spcPts val="0"/>
              </a:spcAft>
              <a:buClr>
                <a:schemeClr val="dk1"/>
              </a:buClr>
              <a:buSzPts val="4960"/>
              <a:buNone/>
              <a:defRPr sz="4960"/>
            </a:lvl2pPr>
            <a:lvl3pPr marL="1371600" lvl="2" indent="-228600" algn="l">
              <a:lnSpc>
                <a:spcPct val="90000"/>
              </a:lnSpc>
              <a:spcBef>
                <a:spcPts val="1772"/>
              </a:spcBef>
              <a:spcAft>
                <a:spcPts val="0"/>
              </a:spcAft>
              <a:buClr>
                <a:schemeClr val="dk1"/>
              </a:buClr>
              <a:buSzPts val="4252"/>
              <a:buNone/>
              <a:defRPr sz="4252"/>
            </a:lvl3pPr>
            <a:lvl4pPr marL="1828800" lvl="3" indent="-228600" algn="l">
              <a:lnSpc>
                <a:spcPct val="90000"/>
              </a:lnSpc>
              <a:spcBef>
                <a:spcPts val="1772"/>
              </a:spcBef>
              <a:spcAft>
                <a:spcPts val="0"/>
              </a:spcAft>
              <a:buClr>
                <a:schemeClr val="dk1"/>
              </a:buClr>
              <a:buSzPts val="3543"/>
              <a:buNone/>
              <a:defRPr sz="3543"/>
            </a:lvl4pPr>
            <a:lvl5pPr marL="2286000" lvl="4" indent="-228600" algn="l">
              <a:lnSpc>
                <a:spcPct val="90000"/>
              </a:lnSpc>
              <a:spcBef>
                <a:spcPts val="1772"/>
              </a:spcBef>
              <a:spcAft>
                <a:spcPts val="0"/>
              </a:spcAft>
              <a:buClr>
                <a:schemeClr val="dk1"/>
              </a:buClr>
              <a:buSzPts val="3543"/>
              <a:buNone/>
              <a:defRPr sz="3543"/>
            </a:lvl5pPr>
            <a:lvl6pPr marL="2743200" lvl="5" indent="-228600" algn="l">
              <a:lnSpc>
                <a:spcPct val="90000"/>
              </a:lnSpc>
              <a:spcBef>
                <a:spcPts val="1772"/>
              </a:spcBef>
              <a:spcAft>
                <a:spcPts val="0"/>
              </a:spcAft>
              <a:buClr>
                <a:schemeClr val="dk1"/>
              </a:buClr>
              <a:buSzPts val="3543"/>
              <a:buNone/>
              <a:defRPr sz="3543"/>
            </a:lvl6pPr>
            <a:lvl7pPr marL="3200400" lvl="6" indent="-228600" algn="l">
              <a:lnSpc>
                <a:spcPct val="90000"/>
              </a:lnSpc>
              <a:spcBef>
                <a:spcPts val="1772"/>
              </a:spcBef>
              <a:spcAft>
                <a:spcPts val="0"/>
              </a:spcAft>
              <a:buClr>
                <a:schemeClr val="dk1"/>
              </a:buClr>
              <a:buSzPts val="3543"/>
              <a:buNone/>
              <a:defRPr sz="3543"/>
            </a:lvl7pPr>
            <a:lvl8pPr marL="3657600" lvl="7" indent="-228600" algn="l">
              <a:lnSpc>
                <a:spcPct val="90000"/>
              </a:lnSpc>
              <a:spcBef>
                <a:spcPts val="1772"/>
              </a:spcBef>
              <a:spcAft>
                <a:spcPts val="0"/>
              </a:spcAft>
              <a:buClr>
                <a:schemeClr val="dk1"/>
              </a:buClr>
              <a:buSzPts val="3543"/>
              <a:buNone/>
              <a:defRPr sz="3543"/>
            </a:lvl8pPr>
            <a:lvl9pPr marL="4114800" lvl="8" indent="-228600" algn="l">
              <a:lnSpc>
                <a:spcPct val="90000"/>
              </a:lnSpc>
              <a:spcBef>
                <a:spcPts val="1772"/>
              </a:spcBef>
              <a:spcAft>
                <a:spcPts val="0"/>
              </a:spcAft>
              <a:buClr>
                <a:schemeClr val="dk1"/>
              </a:buClr>
              <a:buSzPts val="3543"/>
              <a:buNone/>
              <a:defRPr sz="3543"/>
            </a:lvl9pPr>
          </a:lstStyle>
          <a:p>
            <a:endParaRPr/>
          </a:p>
        </p:txBody>
      </p:sp>
      <p:sp>
        <p:nvSpPr>
          <p:cNvPr id="65" name="Google Shape;65;p11"/>
          <p:cNvSpPr txBox="1">
            <a:spLocks noGrp="1"/>
          </p:cNvSpPr>
          <p:nvPr>
            <p:ph type="dt" idx="10"/>
          </p:nvPr>
        </p:nvSpPr>
        <p:spPr>
          <a:xfrm>
            <a:off x="2227451" y="40040601"/>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10732264" y="40040601"/>
            <a:ext cx="10934760"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22881997" y="40040601"/>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2227451" y="2300044"/>
            <a:ext cx="27944386" cy="83501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2494440" y="11233181"/>
            <a:ext cx="27410408" cy="2794438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543"/>
              </a:spcBef>
              <a:spcAft>
                <a:spcPts val="0"/>
              </a:spcAft>
              <a:buClr>
                <a:schemeClr val="dk1"/>
              </a:buClr>
              <a:buSzPts val="1800"/>
              <a:buChar char="•"/>
              <a:defRPr/>
            </a:lvl1pPr>
            <a:lvl2pPr marL="914400" lvl="1" indent="-342900" algn="l">
              <a:lnSpc>
                <a:spcPct val="90000"/>
              </a:lnSpc>
              <a:spcBef>
                <a:spcPts val="1772"/>
              </a:spcBef>
              <a:spcAft>
                <a:spcPts val="0"/>
              </a:spcAft>
              <a:buClr>
                <a:schemeClr val="dk1"/>
              </a:buClr>
              <a:buSzPts val="1800"/>
              <a:buChar char="•"/>
              <a:defRPr/>
            </a:lvl2pPr>
            <a:lvl3pPr marL="1371600" lvl="2" indent="-342900" algn="l">
              <a:lnSpc>
                <a:spcPct val="90000"/>
              </a:lnSpc>
              <a:spcBef>
                <a:spcPts val="1772"/>
              </a:spcBef>
              <a:spcAft>
                <a:spcPts val="0"/>
              </a:spcAft>
              <a:buClr>
                <a:schemeClr val="dk1"/>
              </a:buClr>
              <a:buSzPts val="1800"/>
              <a:buChar char="•"/>
              <a:defRPr/>
            </a:lvl3pPr>
            <a:lvl4pPr marL="1828800" lvl="3" indent="-342900" algn="l">
              <a:lnSpc>
                <a:spcPct val="90000"/>
              </a:lnSpc>
              <a:spcBef>
                <a:spcPts val="1772"/>
              </a:spcBef>
              <a:spcAft>
                <a:spcPts val="0"/>
              </a:spcAft>
              <a:buClr>
                <a:schemeClr val="dk1"/>
              </a:buClr>
              <a:buSzPts val="1800"/>
              <a:buChar char="•"/>
              <a:defRPr/>
            </a:lvl4pPr>
            <a:lvl5pPr marL="2286000" lvl="4" indent="-342900" algn="l">
              <a:lnSpc>
                <a:spcPct val="90000"/>
              </a:lnSpc>
              <a:spcBef>
                <a:spcPts val="1772"/>
              </a:spcBef>
              <a:spcAft>
                <a:spcPts val="0"/>
              </a:spcAft>
              <a:buClr>
                <a:schemeClr val="dk1"/>
              </a:buClr>
              <a:buSzPts val="1800"/>
              <a:buChar char="•"/>
              <a:defRPr/>
            </a:lvl5pPr>
            <a:lvl6pPr marL="2743200" lvl="5" indent="-342900" algn="l">
              <a:lnSpc>
                <a:spcPct val="90000"/>
              </a:lnSpc>
              <a:spcBef>
                <a:spcPts val="1772"/>
              </a:spcBef>
              <a:spcAft>
                <a:spcPts val="0"/>
              </a:spcAft>
              <a:buClr>
                <a:schemeClr val="dk1"/>
              </a:buClr>
              <a:buSzPts val="1800"/>
              <a:buChar char="•"/>
              <a:defRPr/>
            </a:lvl6pPr>
            <a:lvl7pPr marL="3200400" lvl="6" indent="-342900" algn="l">
              <a:lnSpc>
                <a:spcPct val="90000"/>
              </a:lnSpc>
              <a:spcBef>
                <a:spcPts val="1772"/>
              </a:spcBef>
              <a:spcAft>
                <a:spcPts val="0"/>
              </a:spcAft>
              <a:buClr>
                <a:schemeClr val="dk1"/>
              </a:buClr>
              <a:buSzPts val="1800"/>
              <a:buChar char="•"/>
              <a:defRPr/>
            </a:lvl7pPr>
            <a:lvl8pPr marL="3657600" lvl="7" indent="-342900" algn="l">
              <a:lnSpc>
                <a:spcPct val="90000"/>
              </a:lnSpc>
              <a:spcBef>
                <a:spcPts val="1772"/>
              </a:spcBef>
              <a:spcAft>
                <a:spcPts val="0"/>
              </a:spcAft>
              <a:buClr>
                <a:schemeClr val="dk1"/>
              </a:buClr>
              <a:buSzPts val="1800"/>
              <a:buChar char="•"/>
              <a:defRPr/>
            </a:lvl8pPr>
            <a:lvl9pPr marL="4114800" lvl="8" indent="-342900" algn="l">
              <a:lnSpc>
                <a:spcPct val="90000"/>
              </a:lnSpc>
              <a:spcBef>
                <a:spcPts val="1772"/>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2227451" y="40040601"/>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10732264" y="40040601"/>
            <a:ext cx="10934760"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22881997" y="40040601"/>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8373518" y="17112258"/>
            <a:ext cx="36610544" cy="698609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5801170" y="10328657"/>
            <a:ext cx="36610544" cy="2055329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543"/>
              </a:spcBef>
              <a:spcAft>
                <a:spcPts val="0"/>
              </a:spcAft>
              <a:buClr>
                <a:schemeClr val="dk1"/>
              </a:buClr>
              <a:buSzPts val="1800"/>
              <a:buChar char="•"/>
              <a:defRPr/>
            </a:lvl1pPr>
            <a:lvl2pPr marL="914400" lvl="1" indent="-342900" algn="l">
              <a:lnSpc>
                <a:spcPct val="90000"/>
              </a:lnSpc>
              <a:spcBef>
                <a:spcPts val="1772"/>
              </a:spcBef>
              <a:spcAft>
                <a:spcPts val="0"/>
              </a:spcAft>
              <a:buClr>
                <a:schemeClr val="dk1"/>
              </a:buClr>
              <a:buSzPts val="1800"/>
              <a:buChar char="•"/>
              <a:defRPr/>
            </a:lvl2pPr>
            <a:lvl3pPr marL="1371600" lvl="2" indent="-342900" algn="l">
              <a:lnSpc>
                <a:spcPct val="90000"/>
              </a:lnSpc>
              <a:spcBef>
                <a:spcPts val="1772"/>
              </a:spcBef>
              <a:spcAft>
                <a:spcPts val="0"/>
              </a:spcAft>
              <a:buClr>
                <a:schemeClr val="dk1"/>
              </a:buClr>
              <a:buSzPts val="1800"/>
              <a:buChar char="•"/>
              <a:defRPr/>
            </a:lvl3pPr>
            <a:lvl4pPr marL="1828800" lvl="3" indent="-342900" algn="l">
              <a:lnSpc>
                <a:spcPct val="90000"/>
              </a:lnSpc>
              <a:spcBef>
                <a:spcPts val="1772"/>
              </a:spcBef>
              <a:spcAft>
                <a:spcPts val="0"/>
              </a:spcAft>
              <a:buClr>
                <a:schemeClr val="dk1"/>
              </a:buClr>
              <a:buSzPts val="1800"/>
              <a:buChar char="•"/>
              <a:defRPr/>
            </a:lvl4pPr>
            <a:lvl5pPr marL="2286000" lvl="4" indent="-342900" algn="l">
              <a:lnSpc>
                <a:spcPct val="90000"/>
              </a:lnSpc>
              <a:spcBef>
                <a:spcPts val="1772"/>
              </a:spcBef>
              <a:spcAft>
                <a:spcPts val="0"/>
              </a:spcAft>
              <a:buClr>
                <a:schemeClr val="dk1"/>
              </a:buClr>
              <a:buSzPts val="1800"/>
              <a:buChar char="•"/>
              <a:defRPr/>
            </a:lvl5pPr>
            <a:lvl6pPr marL="2743200" lvl="5" indent="-342900" algn="l">
              <a:lnSpc>
                <a:spcPct val="90000"/>
              </a:lnSpc>
              <a:spcBef>
                <a:spcPts val="1772"/>
              </a:spcBef>
              <a:spcAft>
                <a:spcPts val="0"/>
              </a:spcAft>
              <a:buClr>
                <a:schemeClr val="dk1"/>
              </a:buClr>
              <a:buSzPts val="1800"/>
              <a:buChar char="•"/>
              <a:defRPr/>
            </a:lvl6pPr>
            <a:lvl7pPr marL="3200400" lvl="6" indent="-342900" algn="l">
              <a:lnSpc>
                <a:spcPct val="90000"/>
              </a:lnSpc>
              <a:spcBef>
                <a:spcPts val="1772"/>
              </a:spcBef>
              <a:spcAft>
                <a:spcPts val="0"/>
              </a:spcAft>
              <a:buClr>
                <a:schemeClr val="dk1"/>
              </a:buClr>
              <a:buSzPts val="1800"/>
              <a:buChar char="•"/>
              <a:defRPr/>
            </a:lvl7pPr>
            <a:lvl8pPr marL="3657600" lvl="7" indent="-342900" algn="l">
              <a:lnSpc>
                <a:spcPct val="90000"/>
              </a:lnSpc>
              <a:spcBef>
                <a:spcPts val="1772"/>
              </a:spcBef>
              <a:spcAft>
                <a:spcPts val="0"/>
              </a:spcAft>
              <a:buClr>
                <a:schemeClr val="dk1"/>
              </a:buClr>
              <a:buSzPts val="1800"/>
              <a:buChar char="•"/>
              <a:defRPr/>
            </a:lvl8pPr>
            <a:lvl9pPr marL="4114800" lvl="8" indent="-342900" algn="l">
              <a:lnSpc>
                <a:spcPct val="90000"/>
              </a:lnSpc>
              <a:spcBef>
                <a:spcPts val="1772"/>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2227451" y="40040601"/>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10732264" y="40040601"/>
            <a:ext cx="10934760"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22881997" y="40040601"/>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2227451" y="2300044"/>
            <a:ext cx="27944386" cy="835012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5590"/>
              <a:buFont typeface="Calibri"/>
              <a:buNone/>
              <a:defRPr sz="15589"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2227451" y="11500170"/>
            <a:ext cx="27944386" cy="27410408"/>
          </a:xfrm>
          <a:prstGeom prst="rect">
            <a:avLst/>
          </a:prstGeom>
          <a:noFill/>
          <a:ln>
            <a:noFill/>
          </a:ln>
        </p:spPr>
        <p:txBody>
          <a:bodyPr spcFirstLastPara="1" wrap="square" lIns="91425" tIns="45700" rIns="91425" bIns="45700" anchor="t" anchorCtr="0">
            <a:normAutofit/>
          </a:bodyPr>
          <a:lstStyle>
            <a:lvl1pPr marL="457200" marR="0" lvl="0" indent="-858583" algn="l" rtl="0">
              <a:lnSpc>
                <a:spcPct val="90000"/>
              </a:lnSpc>
              <a:spcBef>
                <a:spcPts val="3543"/>
              </a:spcBef>
              <a:spcAft>
                <a:spcPts val="0"/>
              </a:spcAft>
              <a:buClr>
                <a:schemeClr val="dk1"/>
              </a:buClr>
              <a:buSzPts val="9921"/>
              <a:buFont typeface="Arial"/>
              <a:buChar char="•"/>
              <a:defRPr sz="9921" b="0" i="0" u="none" strike="noStrike" cap="none">
                <a:solidFill>
                  <a:schemeClr val="dk1"/>
                </a:solidFill>
                <a:latin typeface="Calibri"/>
                <a:ea typeface="Calibri"/>
                <a:cs typeface="Calibri"/>
                <a:sym typeface="Calibri"/>
              </a:defRPr>
            </a:lvl1pPr>
            <a:lvl2pPr marL="914400" marR="0" lvl="1" indent="-768604" algn="l" rtl="0">
              <a:lnSpc>
                <a:spcPct val="90000"/>
              </a:lnSpc>
              <a:spcBef>
                <a:spcPts val="1772"/>
              </a:spcBef>
              <a:spcAft>
                <a:spcPts val="0"/>
              </a:spcAft>
              <a:buClr>
                <a:schemeClr val="dk1"/>
              </a:buClr>
              <a:buSzPts val="8504"/>
              <a:buFont typeface="Arial"/>
              <a:buChar char="•"/>
              <a:defRPr sz="8504" b="0" i="0" u="none" strike="noStrike" cap="none">
                <a:solidFill>
                  <a:schemeClr val="dk1"/>
                </a:solidFill>
                <a:latin typeface="Calibri"/>
                <a:ea typeface="Calibri"/>
                <a:cs typeface="Calibri"/>
                <a:sym typeface="Calibri"/>
              </a:defRPr>
            </a:lvl2pPr>
            <a:lvl3pPr marL="1371600" marR="0" lvl="2" indent="-678561" algn="l" rtl="0">
              <a:lnSpc>
                <a:spcPct val="90000"/>
              </a:lnSpc>
              <a:spcBef>
                <a:spcPts val="1772"/>
              </a:spcBef>
              <a:spcAft>
                <a:spcPts val="0"/>
              </a:spcAft>
              <a:buClr>
                <a:schemeClr val="dk1"/>
              </a:buClr>
              <a:buSzPts val="7086"/>
              <a:buFont typeface="Arial"/>
              <a:buChar char="•"/>
              <a:defRPr sz="7086" b="0" i="0" u="none" strike="noStrike" cap="none">
                <a:solidFill>
                  <a:schemeClr val="dk1"/>
                </a:solidFill>
                <a:latin typeface="Calibri"/>
                <a:ea typeface="Calibri"/>
                <a:cs typeface="Calibri"/>
                <a:sym typeface="Calibri"/>
              </a:defRPr>
            </a:lvl3pPr>
            <a:lvl4pPr marL="1828800" marR="0" lvl="3" indent="-633603" algn="l" rtl="0">
              <a:lnSpc>
                <a:spcPct val="90000"/>
              </a:lnSpc>
              <a:spcBef>
                <a:spcPts val="1772"/>
              </a:spcBef>
              <a:spcAft>
                <a:spcPts val="0"/>
              </a:spcAft>
              <a:buClr>
                <a:schemeClr val="dk1"/>
              </a:buClr>
              <a:buSzPts val="6378"/>
              <a:buFont typeface="Arial"/>
              <a:buChar char="•"/>
              <a:defRPr sz="6378" b="0" i="0" u="none" strike="noStrike" cap="none">
                <a:solidFill>
                  <a:schemeClr val="dk1"/>
                </a:solidFill>
                <a:latin typeface="Calibri"/>
                <a:ea typeface="Calibri"/>
                <a:cs typeface="Calibri"/>
                <a:sym typeface="Calibri"/>
              </a:defRPr>
            </a:lvl4pPr>
            <a:lvl5pPr marL="2286000" marR="0" lvl="4" indent="-633603" algn="l" rtl="0">
              <a:lnSpc>
                <a:spcPct val="90000"/>
              </a:lnSpc>
              <a:spcBef>
                <a:spcPts val="1772"/>
              </a:spcBef>
              <a:spcAft>
                <a:spcPts val="0"/>
              </a:spcAft>
              <a:buClr>
                <a:schemeClr val="dk1"/>
              </a:buClr>
              <a:buSzPts val="6378"/>
              <a:buFont typeface="Arial"/>
              <a:buChar char="•"/>
              <a:defRPr sz="6378" b="0" i="0" u="none" strike="noStrike" cap="none">
                <a:solidFill>
                  <a:schemeClr val="dk1"/>
                </a:solidFill>
                <a:latin typeface="Calibri"/>
                <a:ea typeface="Calibri"/>
                <a:cs typeface="Calibri"/>
                <a:sym typeface="Calibri"/>
              </a:defRPr>
            </a:lvl5pPr>
            <a:lvl6pPr marL="2743200" marR="0" lvl="5" indent="-633603" algn="l" rtl="0">
              <a:lnSpc>
                <a:spcPct val="90000"/>
              </a:lnSpc>
              <a:spcBef>
                <a:spcPts val="1772"/>
              </a:spcBef>
              <a:spcAft>
                <a:spcPts val="0"/>
              </a:spcAft>
              <a:buClr>
                <a:schemeClr val="dk1"/>
              </a:buClr>
              <a:buSzPts val="6378"/>
              <a:buFont typeface="Arial"/>
              <a:buChar char="•"/>
              <a:defRPr sz="6378" b="0" i="0" u="none" strike="noStrike" cap="none">
                <a:solidFill>
                  <a:schemeClr val="dk1"/>
                </a:solidFill>
                <a:latin typeface="Calibri"/>
                <a:ea typeface="Calibri"/>
                <a:cs typeface="Calibri"/>
                <a:sym typeface="Calibri"/>
              </a:defRPr>
            </a:lvl6pPr>
            <a:lvl7pPr marL="3200400" marR="0" lvl="6" indent="-633603" algn="l" rtl="0">
              <a:lnSpc>
                <a:spcPct val="90000"/>
              </a:lnSpc>
              <a:spcBef>
                <a:spcPts val="1772"/>
              </a:spcBef>
              <a:spcAft>
                <a:spcPts val="0"/>
              </a:spcAft>
              <a:buClr>
                <a:schemeClr val="dk1"/>
              </a:buClr>
              <a:buSzPts val="6378"/>
              <a:buFont typeface="Arial"/>
              <a:buChar char="•"/>
              <a:defRPr sz="6378" b="0" i="0" u="none" strike="noStrike" cap="none">
                <a:solidFill>
                  <a:schemeClr val="dk1"/>
                </a:solidFill>
                <a:latin typeface="Calibri"/>
                <a:ea typeface="Calibri"/>
                <a:cs typeface="Calibri"/>
                <a:sym typeface="Calibri"/>
              </a:defRPr>
            </a:lvl7pPr>
            <a:lvl8pPr marL="3657600" marR="0" lvl="7" indent="-633603" algn="l" rtl="0">
              <a:lnSpc>
                <a:spcPct val="90000"/>
              </a:lnSpc>
              <a:spcBef>
                <a:spcPts val="1772"/>
              </a:spcBef>
              <a:spcAft>
                <a:spcPts val="0"/>
              </a:spcAft>
              <a:buClr>
                <a:schemeClr val="dk1"/>
              </a:buClr>
              <a:buSzPts val="6378"/>
              <a:buFont typeface="Arial"/>
              <a:buChar char="•"/>
              <a:defRPr sz="6378" b="0" i="0" u="none" strike="noStrike" cap="none">
                <a:solidFill>
                  <a:schemeClr val="dk1"/>
                </a:solidFill>
                <a:latin typeface="Calibri"/>
                <a:ea typeface="Calibri"/>
                <a:cs typeface="Calibri"/>
                <a:sym typeface="Calibri"/>
              </a:defRPr>
            </a:lvl8pPr>
            <a:lvl9pPr marL="4114800" marR="0" lvl="8" indent="-633603" algn="l" rtl="0">
              <a:lnSpc>
                <a:spcPct val="90000"/>
              </a:lnSpc>
              <a:spcBef>
                <a:spcPts val="1772"/>
              </a:spcBef>
              <a:spcAft>
                <a:spcPts val="0"/>
              </a:spcAft>
              <a:buClr>
                <a:schemeClr val="dk1"/>
              </a:buClr>
              <a:buSzPts val="6378"/>
              <a:buFont typeface="Arial"/>
              <a:buChar char="•"/>
              <a:defRPr sz="6378"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2227451" y="40040601"/>
            <a:ext cx="7289840" cy="230003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252"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10732264" y="40040601"/>
            <a:ext cx="10934760" cy="230003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252"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22881997" y="40040601"/>
            <a:ext cx="7289840" cy="230003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4252" b="0" i="0" u="none" strike="noStrike" cap="none">
                <a:solidFill>
                  <a:srgbClr val="888888"/>
                </a:solidFill>
                <a:latin typeface="Calibri"/>
                <a:ea typeface="Calibri"/>
                <a:cs typeface="Calibri"/>
                <a:sym typeface="Calibri"/>
              </a:defRPr>
            </a:lvl1pPr>
            <a:lvl2pPr marL="0" marR="0" lvl="1" indent="0" algn="r" rtl="0">
              <a:spcBef>
                <a:spcPts val="0"/>
              </a:spcBef>
              <a:buNone/>
              <a:defRPr sz="4252" b="0" i="0" u="none" strike="noStrike" cap="none">
                <a:solidFill>
                  <a:srgbClr val="888888"/>
                </a:solidFill>
                <a:latin typeface="Calibri"/>
                <a:ea typeface="Calibri"/>
                <a:cs typeface="Calibri"/>
                <a:sym typeface="Calibri"/>
              </a:defRPr>
            </a:lvl2pPr>
            <a:lvl3pPr marL="0" marR="0" lvl="2" indent="0" algn="r" rtl="0">
              <a:spcBef>
                <a:spcPts val="0"/>
              </a:spcBef>
              <a:buNone/>
              <a:defRPr sz="4252" b="0" i="0" u="none" strike="noStrike" cap="none">
                <a:solidFill>
                  <a:srgbClr val="888888"/>
                </a:solidFill>
                <a:latin typeface="Calibri"/>
                <a:ea typeface="Calibri"/>
                <a:cs typeface="Calibri"/>
                <a:sym typeface="Calibri"/>
              </a:defRPr>
            </a:lvl3pPr>
            <a:lvl4pPr marL="0" marR="0" lvl="3" indent="0" algn="r" rtl="0">
              <a:spcBef>
                <a:spcPts val="0"/>
              </a:spcBef>
              <a:buNone/>
              <a:defRPr sz="4252" b="0" i="0" u="none" strike="noStrike" cap="none">
                <a:solidFill>
                  <a:srgbClr val="888888"/>
                </a:solidFill>
                <a:latin typeface="Calibri"/>
                <a:ea typeface="Calibri"/>
                <a:cs typeface="Calibri"/>
                <a:sym typeface="Calibri"/>
              </a:defRPr>
            </a:lvl4pPr>
            <a:lvl5pPr marL="0" marR="0" lvl="4" indent="0" algn="r" rtl="0">
              <a:spcBef>
                <a:spcPts val="0"/>
              </a:spcBef>
              <a:buNone/>
              <a:defRPr sz="4252" b="0" i="0" u="none" strike="noStrike" cap="none">
                <a:solidFill>
                  <a:srgbClr val="888888"/>
                </a:solidFill>
                <a:latin typeface="Calibri"/>
                <a:ea typeface="Calibri"/>
                <a:cs typeface="Calibri"/>
                <a:sym typeface="Calibri"/>
              </a:defRPr>
            </a:lvl5pPr>
            <a:lvl6pPr marL="0" marR="0" lvl="5" indent="0" algn="r" rtl="0">
              <a:spcBef>
                <a:spcPts val="0"/>
              </a:spcBef>
              <a:buNone/>
              <a:defRPr sz="4252" b="0" i="0" u="none" strike="noStrike" cap="none">
                <a:solidFill>
                  <a:srgbClr val="888888"/>
                </a:solidFill>
                <a:latin typeface="Calibri"/>
                <a:ea typeface="Calibri"/>
                <a:cs typeface="Calibri"/>
                <a:sym typeface="Calibri"/>
              </a:defRPr>
            </a:lvl6pPr>
            <a:lvl7pPr marL="0" marR="0" lvl="6" indent="0" algn="r" rtl="0">
              <a:spcBef>
                <a:spcPts val="0"/>
              </a:spcBef>
              <a:buNone/>
              <a:defRPr sz="4252" b="0" i="0" u="none" strike="noStrike" cap="none">
                <a:solidFill>
                  <a:srgbClr val="888888"/>
                </a:solidFill>
                <a:latin typeface="Calibri"/>
                <a:ea typeface="Calibri"/>
                <a:cs typeface="Calibri"/>
                <a:sym typeface="Calibri"/>
              </a:defRPr>
            </a:lvl7pPr>
            <a:lvl8pPr marL="0" marR="0" lvl="7" indent="0" algn="r" rtl="0">
              <a:spcBef>
                <a:spcPts val="0"/>
              </a:spcBef>
              <a:buNone/>
              <a:defRPr sz="4252" b="0" i="0" u="none" strike="noStrike" cap="none">
                <a:solidFill>
                  <a:srgbClr val="888888"/>
                </a:solidFill>
                <a:latin typeface="Calibri"/>
                <a:ea typeface="Calibri"/>
                <a:cs typeface="Calibri"/>
                <a:sym typeface="Calibri"/>
              </a:defRPr>
            </a:lvl8pPr>
            <a:lvl9pPr marL="0" marR="0" lvl="8" indent="0" algn="r" rtl="0">
              <a:spcBef>
                <a:spcPts val="0"/>
              </a:spcBef>
              <a:buNone/>
              <a:defRPr sz="425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matplotlib.org/" TargetMode="External"/><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seaborn.pydata.org/" TargetMode="Externa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descr="Resultado de imagen para ondas de radio"/>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5" name="Google Shape;85;p1"/>
          <p:cNvSpPr txBox="1"/>
          <p:nvPr/>
        </p:nvSpPr>
        <p:spPr>
          <a:xfrm>
            <a:off x="460374" y="6978750"/>
            <a:ext cx="31086426" cy="280072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O" sz="8800" b="1" dirty="0">
                <a:solidFill>
                  <a:schemeClr val="dk1"/>
                </a:solidFill>
                <a:latin typeface="Calibri"/>
                <a:ea typeface="Calibri"/>
                <a:cs typeface="Calibri"/>
                <a:sym typeface="Calibri"/>
              </a:rPr>
              <a:t> </a:t>
            </a:r>
            <a:r>
              <a:rPr lang="es-ES" sz="8800" b="1" dirty="0">
                <a:solidFill>
                  <a:schemeClr val="dk1"/>
                </a:solidFill>
                <a:latin typeface="Calibri"/>
                <a:ea typeface="Calibri"/>
                <a:cs typeface="Calibri"/>
                <a:sym typeface="Calibri"/>
              </a:rPr>
              <a:t>Análisis de la percepción social de películas de culto a través de web </a:t>
            </a:r>
            <a:r>
              <a:rPr lang="es-ES" sz="8800" b="1" dirty="0" err="1">
                <a:solidFill>
                  <a:schemeClr val="dk1"/>
                </a:solidFill>
                <a:latin typeface="Calibri"/>
                <a:ea typeface="Calibri"/>
                <a:cs typeface="Calibri"/>
                <a:sym typeface="Calibri"/>
              </a:rPr>
              <a:t>scraping</a:t>
            </a:r>
            <a:r>
              <a:rPr lang="es-ES" sz="8800" b="1" dirty="0">
                <a:solidFill>
                  <a:schemeClr val="dk1"/>
                </a:solidFill>
                <a:latin typeface="Calibri"/>
                <a:ea typeface="Calibri"/>
                <a:cs typeface="Calibri"/>
                <a:sym typeface="Calibri"/>
              </a:rPr>
              <a:t> </a:t>
            </a:r>
            <a:endParaRPr lang="es-CO" sz="8800" dirty="0">
              <a:solidFill>
                <a:schemeClr val="dk1"/>
              </a:solidFill>
              <a:latin typeface="Calibri"/>
              <a:ea typeface="Calibri"/>
              <a:cs typeface="Calibri"/>
              <a:sym typeface="Calibri"/>
            </a:endParaRPr>
          </a:p>
        </p:txBody>
      </p:sp>
      <p:sp>
        <p:nvSpPr>
          <p:cNvPr id="86" name="Google Shape;86;p1"/>
          <p:cNvSpPr txBox="1"/>
          <p:nvPr/>
        </p:nvSpPr>
        <p:spPr>
          <a:xfrm>
            <a:off x="3196194" y="9846626"/>
            <a:ext cx="26006731" cy="58473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dirty="0">
                <a:solidFill>
                  <a:schemeClr val="dk1"/>
                </a:solidFill>
                <a:latin typeface="Calibri"/>
                <a:ea typeface="Calibri"/>
                <a:cs typeface="Calibri"/>
                <a:sym typeface="Calibri"/>
              </a:rPr>
              <a:t>Andrea Aramburo Pelaez andrea.aramburo@est.iudigital.edu.co</a:t>
            </a:r>
            <a:endParaRPr dirty="0"/>
          </a:p>
        </p:txBody>
      </p:sp>
      <p:sp>
        <p:nvSpPr>
          <p:cNvPr id="87" name="Google Shape;87;p1"/>
          <p:cNvSpPr txBox="1"/>
          <p:nvPr/>
        </p:nvSpPr>
        <p:spPr>
          <a:xfrm>
            <a:off x="460375" y="11762209"/>
            <a:ext cx="15122525" cy="919356"/>
          </a:xfrm>
          <a:prstGeom prst="roundRect">
            <a:avLst/>
          </a:prstGeom>
          <a:solidFill>
            <a:srgbClr val="00B0F0"/>
          </a:solidFill>
          <a:ln w="9525" cap="flat" cmpd="sng">
            <a:solidFill>
              <a:schemeClr val="accent6"/>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O" sz="4800" b="1" dirty="0">
                <a:solidFill>
                  <a:schemeClr val="dk1"/>
                </a:solidFill>
                <a:latin typeface="Calibri"/>
                <a:ea typeface="Calibri"/>
                <a:cs typeface="Calibri"/>
                <a:sym typeface="Calibri"/>
              </a:rPr>
              <a:t>1. Introducción</a:t>
            </a:r>
            <a:endParaRPr dirty="0"/>
          </a:p>
        </p:txBody>
      </p:sp>
      <p:sp>
        <p:nvSpPr>
          <p:cNvPr id="88" name="Google Shape;88;p1"/>
          <p:cNvSpPr txBox="1"/>
          <p:nvPr/>
        </p:nvSpPr>
        <p:spPr>
          <a:xfrm>
            <a:off x="428665" y="12653909"/>
            <a:ext cx="15122525" cy="886392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3800" dirty="0">
                <a:solidFill>
                  <a:schemeClr val="dk1"/>
                </a:solidFill>
                <a:latin typeface="Calibri"/>
                <a:ea typeface="Calibri"/>
                <a:cs typeface="Calibri"/>
                <a:sym typeface="Calibri"/>
              </a:rPr>
              <a:t>Desde el análisis de datos podemos encontrar patrones que nos lleven a la búsqueda de resultados. Una de las más comunes para extraer datos relevantes y en tiempo real es el web </a:t>
            </a:r>
            <a:r>
              <a:rPr lang="es-ES" sz="3800" dirty="0" err="1">
                <a:solidFill>
                  <a:schemeClr val="dk1"/>
                </a:solidFill>
                <a:latin typeface="Calibri"/>
                <a:ea typeface="Calibri"/>
                <a:cs typeface="Calibri"/>
                <a:sym typeface="Calibri"/>
              </a:rPr>
              <a:t>scraping</a:t>
            </a:r>
            <a:r>
              <a:rPr lang="es-ES" sz="3800" dirty="0">
                <a:solidFill>
                  <a:schemeClr val="dk1"/>
                </a:solidFill>
                <a:latin typeface="Calibri"/>
                <a:ea typeface="Calibri"/>
                <a:cs typeface="Calibri"/>
                <a:sym typeface="Calibri"/>
              </a:rPr>
              <a:t>. Desde esta técnica podemos entonces escanear una página web y darle el comando de dónde buscar información específica desde las clases HTML usadas. Así pues, podemos dirigir dónde va a extraer la información que luego será consolidada en nuestro Data </a:t>
            </a:r>
            <a:r>
              <a:rPr lang="es-ES" sz="3800" dirty="0" err="1">
                <a:solidFill>
                  <a:schemeClr val="dk1"/>
                </a:solidFill>
                <a:latin typeface="Calibri"/>
                <a:ea typeface="Calibri"/>
                <a:cs typeface="Calibri"/>
                <a:sym typeface="Calibri"/>
              </a:rPr>
              <a:t>Frame</a:t>
            </a:r>
            <a:r>
              <a:rPr lang="es-ES" sz="3800" dirty="0">
                <a:solidFill>
                  <a:schemeClr val="dk1"/>
                </a:solidFill>
                <a:latin typeface="Calibri"/>
                <a:ea typeface="Calibri"/>
                <a:cs typeface="Calibri"/>
                <a:sym typeface="Calibri"/>
              </a:rPr>
              <a:t> (DF).</a:t>
            </a:r>
          </a:p>
          <a:p>
            <a:pPr marL="0" marR="0" lvl="0" indent="0" algn="just" rtl="0">
              <a:spcBef>
                <a:spcPts val="0"/>
              </a:spcBef>
              <a:spcAft>
                <a:spcPts val="0"/>
              </a:spcAft>
              <a:buNone/>
            </a:pPr>
            <a:endParaRPr lang="es-ES" sz="3800" dirty="0">
              <a:solidFill>
                <a:schemeClr val="dk1"/>
              </a:solidFill>
              <a:latin typeface="Calibri"/>
              <a:ea typeface="Calibri"/>
              <a:cs typeface="Calibri"/>
              <a:sym typeface="Calibri"/>
            </a:endParaRPr>
          </a:p>
          <a:p>
            <a:pPr marL="0" marR="0" lvl="0" indent="0" algn="just" rtl="0">
              <a:spcBef>
                <a:spcPts val="0"/>
              </a:spcBef>
              <a:spcAft>
                <a:spcPts val="0"/>
              </a:spcAft>
              <a:buNone/>
            </a:pPr>
            <a:r>
              <a:rPr lang="es-ES" sz="3800" dirty="0">
                <a:solidFill>
                  <a:schemeClr val="dk1"/>
                </a:solidFill>
                <a:latin typeface="Calibri"/>
                <a:ea typeface="Calibri"/>
                <a:cs typeface="Calibri"/>
                <a:sym typeface="Calibri"/>
              </a:rPr>
              <a:t>Bajo este ejercicio se presenta entonces el análisis de la percepción social por medio de películas de culto. Bajo esta mirada se pretende analizar la percepción social de comentarios de películas de culto enfocadas en el subconsciente social, desde las percepciones de amor, duelo, tecnología y dinámicas relacionales. Para esto se usa Reddit como red social genuina, evitando sesgos sociales. </a:t>
            </a:r>
          </a:p>
          <a:p>
            <a:pPr marL="0" marR="0" lvl="0" indent="0" algn="just" rtl="0">
              <a:spcBef>
                <a:spcPts val="0"/>
              </a:spcBef>
              <a:spcAft>
                <a:spcPts val="0"/>
              </a:spcAft>
              <a:buNone/>
            </a:pPr>
            <a:endParaRPr lang="es-CO" sz="3800" dirty="0">
              <a:solidFill>
                <a:schemeClr val="dk1"/>
              </a:solidFill>
              <a:latin typeface="Calibri"/>
              <a:ea typeface="Calibri"/>
              <a:cs typeface="Calibri"/>
              <a:sym typeface="Calibri"/>
            </a:endParaRPr>
          </a:p>
        </p:txBody>
      </p:sp>
      <p:sp>
        <p:nvSpPr>
          <p:cNvPr id="89" name="Google Shape;89;p1"/>
          <p:cNvSpPr txBox="1"/>
          <p:nvPr/>
        </p:nvSpPr>
        <p:spPr>
          <a:xfrm>
            <a:off x="368319" y="21517834"/>
            <a:ext cx="15001835" cy="919356"/>
          </a:xfrm>
          <a:prstGeom prst="roundRect">
            <a:avLst/>
          </a:prstGeom>
          <a:solidFill>
            <a:srgbClr val="00B0F0"/>
          </a:solidFill>
          <a:ln w="9525" cap="flat" cmpd="sng">
            <a:solidFill>
              <a:schemeClr val="accent6"/>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O" sz="4800" b="1" dirty="0">
                <a:solidFill>
                  <a:schemeClr val="dk1"/>
                </a:solidFill>
                <a:latin typeface="Calibri"/>
                <a:ea typeface="Calibri"/>
                <a:cs typeface="Calibri"/>
                <a:sym typeface="Calibri"/>
              </a:rPr>
              <a:t>2. Objetivos</a:t>
            </a:r>
            <a:endParaRPr dirty="0"/>
          </a:p>
        </p:txBody>
      </p:sp>
      <p:sp>
        <p:nvSpPr>
          <p:cNvPr id="90" name="Google Shape;90;p1"/>
          <p:cNvSpPr txBox="1"/>
          <p:nvPr/>
        </p:nvSpPr>
        <p:spPr>
          <a:xfrm>
            <a:off x="384174" y="22897463"/>
            <a:ext cx="15122525" cy="3600945"/>
          </a:xfrm>
          <a:prstGeom prst="rect">
            <a:avLst/>
          </a:prstGeom>
          <a:noFill/>
          <a:ln>
            <a:noFill/>
          </a:ln>
        </p:spPr>
        <p:txBody>
          <a:bodyPr spcFirstLastPara="1" wrap="square" lIns="91425" tIns="45700" rIns="91425" bIns="45700" anchor="t" anchorCtr="0">
            <a:spAutoFit/>
          </a:bodyPr>
          <a:lstStyle/>
          <a:p>
            <a:pPr marL="571500" marR="0" lvl="0" indent="-571500" algn="just" rtl="0">
              <a:spcBef>
                <a:spcPts val="0"/>
              </a:spcBef>
              <a:spcAft>
                <a:spcPts val="0"/>
              </a:spcAft>
              <a:buFont typeface="Arial" panose="020B0604020202020204" pitchFamily="34" charset="0"/>
              <a:buChar char="•"/>
            </a:pPr>
            <a:r>
              <a:rPr lang="es-CO" sz="3800" dirty="0">
                <a:solidFill>
                  <a:schemeClr val="dk1"/>
                </a:solidFill>
                <a:latin typeface="Calibri"/>
                <a:ea typeface="Calibri"/>
                <a:cs typeface="Calibri"/>
                <a:sym typeface="Calibri"/>
              </a:rPr>
              <a:t>Analizar los comentarios de varias película de cultos, encontrando patrones en los datos, por medio de la polaridad de los comentarios asociados.</a:t>
            </a:r>
          </a:p>
          <a:p>
            <a:pPr marL="571500" marR="0" lvl="0" indent="-571500" algn="just" rtl="0">
              <a:spcBef>
                <a:spcPts val="0"/>
              </a:spcBef>
              <a:spcAft>
                <a:spcPts val="0"/>
              </a:spcAft>
              <a:buFont typeface="Arial" panose="020B0604020202020204" pitchFamily="34" charset="0"/>
              <a:buChar char="•"/>
            </a:pPr>
            <a:r>
              <a:rPr lang="es-CO" sz="3800" dirty="0">
                <a:solidFill>
                  <a:schemeClr val="dk1"/>
                </a:solidFill>
                <a:latin typeface="Calibri"/>
                <a:ea typeface="Calibri"/>
                <a:cs typeface="Calibri"/>
                <a:sym typeface="Calibri"/>
              </a:rPr>
              <a:t>Identifica patrones entre los datos analizados.</a:t>
            </a:r>
          </a:p>
          <a:p>
            <a:pPr marL="571500" marR="0" lvl="0" indent="-571500" algn="just" rtl="0">
              <a:spcBef>
                <a:spcPts val="0"/>
              </a:spcBef>
              <a:spcAft>
                <a:spcPts val="0"/>
              </a:spcAft>
              <a:buFont typeface="Arial" panose="020B0604020202020204" pitchFamily="34" charset="0"/>
              <a:buChar char="•"/>
            </a:pPr>
            <a:r>
              <a:rPr lang="es-CO" sz="3800" dirty="0">
                <a:solidFill>
                  <a:schemeClr val="dk1"/>
                </a:solidFill>
                <a:latin typeface="Calibri"/>
                <a:ea typeface="Calibri"/>
                <a:cs typeface="Calibri"/>
                <a:sym typeface="Calibri"/>
              </a:rPr>
              <a:t>Generar modelos de aprendizaje no supervisado desde </a:t>
            </a:r>
            <a:r>
              <a:rPr lang="es-CO" sz="3800" dirty="0" err="1">
                <a:solidFill>
                  <a:schemeClr val="dk1"/>
                </a:solidFill>
                <a:latin typeface="Calibri"/>
                <a:ea typeface="Calibri"/>
                <a:cs typeface="Calibri"/>
                <a:sym typeface="Calibri"/>
              </a:rPr>
              <a:t>Kmeans</a:t>
            </a:r>
            <a:r>
              <a:rPr lang="es-CO" sz="3800" dirty="0">
                <a:solidFill>
                  <a:schemeClr val="dk1"/>
                </a:solidFill>
                <a:latin typeface="Calibri"/>
                <a:ea typeface="Calibri"/>
                <a:cs typeface="Calibri"/>
                <a:sym typeface="Calibri"/>
              </a:rPr>
              <a:t>.</a:t>
            </a:r>
          </a:p>
          <a:p>
            <a:pPr marL="0" marR="0" lvl="0" indent="0" algn="just" rtl="0">
              <a:spcBef>
                <a:spcPts val="0"/>
              </a:spcBef>
              <a:spcAft>
                <a:spcPts val="0"/>
              </a:spcAft>
              <a:buNone/>
            </a:pPr>
            <a:r>
              <a:rPr lang="es-CO" sz="3800" dirty="0">
                <a:solidFill>
                  <a:schemeClr val="dk1"/>
                </a:solidFill>
                <a:latin typeface="Calibri"/>
                <a:ea typeface="Calibri"/>
                <a:cs typeface="Calibri"/>
                <a:sym typeface="Calibri"/>
              </a:rPr>
              <a:t> </a:t>
            </a:r>
            <a:endParaRPr dirty="0"/>
          </a:p>
        </p:txBody>
      </p:sp>
      <p:sp>
        <p:nvSpPr>
          <p:cNvPr id="91" name="Google Shape;91;p1"/>
          <p:cNvSpPr txBox="1"/>
          <p:nvPr/>
        </p:nvSpPr>
        <p:spPr>
          <a:xfrm>
            <a:off x="428664" y="27970332"/>
            <a:ext cx="15122525" cy="919356"/>
          </a:xfrm>
          <a:prstGeom prst="roundRect">
            <a:avLst/>
          </a:prstGeom>
          <a:solidFill>
            <a:srgbClr val="00B0F0"/>
          </a:solidFill>
          <a:ln w="9525" cap="flat" cmpd="sng">
            <a:solidFill>
              <a:schemeClr val="accent6"/>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O" sz="4800" b="1">
                <a:solidFill>
                  <a:schemeClr val="dk1"/>
                </a:solidFill>
                <a:latin typeface="Calibri"/>
                <a:ea typeface="Calibri"/>
                <a:cs typeface="Calibri"/>
                <a:sym typeface="Calibri"/>
              </a:rPr>
              <a:t>3. Metodología</a:t>
            </a:r>
            <a:endParaRPr/>
          </a:p>
        </p:txBody>
      </p:sp>
      <p:sp>
        <p:nvSpPr>
          <p:cNvPr id="92" name="Google Shape;92;p1"/>
          <p:cNvSpPr txBox="1"/>
          <p:nvPr/>
        </p:nvSpPr>
        <p:spPr>
          <a:xfrm>
            <a:off x="16219570" y="11761055"/>
            <a:ext cx="15719343" cy="919356"/>
          </a:xfrm>
          <a:prstGeom prst="roundRect">
            <a:avLst/>
          </a:prstGeom>
          <a:solidFill>
            <a:srgbClr val="00B0F0"/>
          </a:solidFill>
          <a:ln w="9525" cap="flat" cmpd="sng">
            <a:solidFill>
              <a:schemeClr val="accent6"/>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O" sz="4800" b="1" dirty="0">
                <a:solidFill>
                  <a:schemeClr val="dk1"/>
                </a:solidFill>
                <a:latin typeface="Calibri"/>
                <a:ea typeface="Calibri"/>
                <a:cs typeface="Calibri"/>
                <a:sym typeface="Calibri"/>
              </a:rPr>
              <a:t>4. Resultados</a:t>
            </a:r>
            <a:endParaRPr dirty="0"/>
          </a:p>
        </p:txBody>
      </p:sp>
      <p:sp>
        <p:nvSpPr>
          <p:cNvPr id="93" name="Google Shape;93;p1"/>
          <p:cNvSpPr txBox="1"/>
          <p:nvPr/>
        </p:nvSpPr>
        <p:spPr>
          <a:xfrm>
            <a:off x="16262614" y="13025693"/>
            <a:ext cx="15656373" cy="2862282"/>
          </a:xfrm>
          <a:prstGeom prst="rect">
            <a:avLst/>
          </a:prstGeom>
          <a:noFill/>
          <a:ln>
            <a:noFill/>
          </a:ln>
        </p:spPr>
        <p:txBody>
          <a:bodyPr spcFirstLastPara="1" wrap="square" lIns="91425" tIns="45700" rIns="91425" bIns="45700" anchor="t" anchorCtr="0">
            <a:spAutoFit/>
          </a:bodyPr>
          <a:lstStyle/>
          <a:p>
            <a:pPr marL="571500" marR="0" lvl="0" indent="-571500" algn="just" rtl="0">
              <a:spcBef>
                <a:spcPts val="0"/>
              </a:spcBef>
              <a:spcAft>
                <a:spcPts val="0"/>
              </a:spcAft>
              <a:buFont typeface="Arial" panose="020B0604020202020204" pitchFamily="34" charset="0"/>
              <a:buChar char="•"/>
            </a:pPr>
            <a:r>
              <a:rPr lang="es-CO" sz="3600" dirty="0">
                <a:solidFill>
                  <a:schemeClr val="dk1"/>
                </a:solidFill>
                <a:latin typeface="Calibri"/>
                <a:ea typeface="Calibri"/>
                <a:cs typeface="Calibri"/>
                <a:sym typeface="Calibri"/>
              </a:rPr>
              <a:t>Se identifican cada una de las variables relevantes para nuestra investigación y su distribución desde el conteo de los datos.</a:t>
            </a:r>
          </a:p>
          <a:p>
            <a:pPr marL="571500" indent="-571500" algn="just">
              <a:buFont typeface="Arial" panose="020B0604020202020204" pitchFamily="34" charset="0"/>
              <a:buChar char="•"/>
            </a:pPr>
            <a:r>
              <a:rPr lang="es-CO" sz="3600" dirty="0">
                <a:solidFill>
                  <a:schemeClr val="dk1"/>
                </a:solidFill>
                <a:latin typeface="Calibri"/>
                <a:ea typeface="Calibri"/>
                <a:cs typeface="Calibri"/>
                <a:sym typeface="Calibri"/>
              </a:rPr>
              <a:t>Desde el </a:t>
            </a:r>
            <a:r>
              <a:rPr lang="es-CO" sz="3600" dirty="0" err="1">
                <a:solidFill>
                  <a:schemeClr val="dk1"/>
                </a:solidFill>
                <a:latin typeface="Calibri"/>
                <a:ea typeface="Calibri"/>
                <a:cs typeface="Calibri"/>
                <a:sym typeface="Calibri"/>
              </a:rPr>
              <a:t>Silhouette</a:t>
            </a:r>
            <a:r>
              <a:rPr lang="es-CO" sz="3600" dirty="0">
                <a:solidFill>
                  <a:schemeClr val="dk1"/>
                </a:solidFill>
                <a:latin typeface="Calibri"/>
                <a:ea typeface="Calibri"/>
                <a:cs typeface="Calibri"/>
                <a:sym typeface="Calibri"/>
              </a:rPr>
              <a:t> y </a:t>
            </a:r>
            <a:r>
              <a:rPr lang="es-CO" sz="3600" dirty="0" err="1">
                <a:solidFill>
                  <a:schemeClr val="dk1"/>
                </a:solidFill>
                <a:latin typeface="Calibri"/>
                <a:ea typeface="Calibri"/>
                <a:cs typeface="Calibri"/>
                <a:sym typeface="Calibri"/>
              </a:rPr>
              <a:t>elbow</a:t>
            </a:r>
            <a:r>
              <a:rPr lang="es-CO" sz="3600" dirty="0">
                <a:solidFill>
                  <a:schemeClr val="dk1"/>
                </a:solidFill>
                <a:latin typeface="Calibri"/>
                <a:ea typeface="Calibri"/>
                <a:cs typeface="Calibri"/>
                <a:sym typeface="Calibri"/>
              </a:rPr>
              <a:t> </a:t>
            </a:r>
            <a:r>
              <a:rPr lang="es-CO" sz="3600" dirty="0" err="1">
                <a:solidFill>
                  <a:schemeClr val="dk1"/>
                </a:solidFill>
                <a:latin typeface="Calibri"/>
                <a:ea typeface="Calibri"/>
                <a:cs typeface="Calibri"/>
                <a:sym typeface="Calibri"/>
              </a:rPr>
              <a:t>plow</a:t>
            </a:r>
            <a:r>
              <a:rPr lang="es-CO" sz="3600" dirty="0">
                <a:solidFill>
                  <a:schemeClr val="dk1"/>
                </a:solidFill>
                <a:latin typeface="Calibri"/>
                <a:ea typeface="Calibri"/>
                <a:cs typeface="Calibri"/>
                <a:sym typeface="Calibri"/>
              </a:rPr>
              <a:t>, identificamos que tenemos 6 </a:t>
            </a:r>
            <a:r>
              <a:rPr lang="es-CO" sz="3600" dirty="0" err="1">
                <a:solidFill>
                  <a:schemeClr val="dk1"/>
                </a:solidFill>
                <a:latin typeface="Calibri"/>
                <a:ea typeface="Calibri"/>
                <a:cs typeface="Calibri"/>
                <a:sym typeface="Calibri"/>
              </a:rPr>
              <a:t>clusters</a:t>
            </a:r>
            <a:r>
              <a:rPr lang="es-CO" sz="3600" dirty="0">
                <a:solidFill>
                  <a:schemeClr val="dk1"/>
                </a:solidFill>
                <a:latin typeface="Calibri"/>
                <a:ea typeface="Calibri"/>
                <a:cs typeface="Calibri"/>
                <a:sym typeface="Calibri"/>
              </a:rPr>
              <a:t> diferenciados. </a:t>
            </a:r>
          </a:p>
          <a:p>
            <a:pPr marL="0" marR="0" lvl="0" indent="0" algn="just" rtl="0">
              <a:spcBef>
                <a:spcPts val="0"/>
              </a:spcBef>
              <a:spcAft>
                <a:spcPts val="0"/>
              </a:spcAft>
              <a:buNone/>
            </a:pPr>
            <a:r>
              <a:rPr lang="es-CO" sz="3600" dirty="0">
                <a:solidFill>
                  <a:schemeClr val="dk1"/>
                </a:solidFill>
                <a:latin typeface="Calibri"/>
                <a:ea typeface="Calibri"/>
                <a:cs typeface="Calibri"/>
                <a:sym typeface="Calibri"/>
              </a:rPr>
              <a:t> </a:t>
            </a:r>
            <a:endParaRPr dirty="0"/>
          </a:p>
        </p:txBody>
      </p:sp>
      <p:sp>
        <p:nvSpPr>
          <p:cNvPr id="94" name="Google Shape;94;p1"/>
          <p:cNvSpPr txBox="1"/>
          <p:nvPr/>
        </p:nvSpPr>
        <p:spPr>
          <a:xfrm>
            <a:off x="16649866" y="27970332"/>
            <a:ext cx="14896934" cy="919356"/>
          </a:xfrm>
          <a:prstGeom prst="roundRect">
            <a:avLst/>
          </a:prstGeom>
          <a:solidFill>
            <a:srgbClr val="00B0F0"/>
          </a:solidFill>
          <a:ln w="9525" cap="flat" cmpd="sng">
            <a:solidFill>
              <a:schemeClr val="accent6"/>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O" sz="4800" b="1" dirty="0">
                <a:solidFill>
                  <a:schemeClr val="dk1"/>
                </a:solidFill>
                <a:latin typeface="Calibri"/>
                <a:ea typeface="Calibri"/>
                <a:cs typeface="Calibri"/>
                <a:sym typeface="Calibri"/>
              </a:rPr>
              <a:t>5. Conclusiones y discusión</a:t>
            </a:r>
            <a:endParaRPr dirty="0"/>
          </a:p>
        </p:txBody>
      </p:sp>
      <p:sp>
        <p:nvSpPr>
          <p:cNvPr id="96" name="Google Shape;96;p1"/>
          <p:cNvSpPr txBox="1"/>
          <p:nvPr/>
        </p:nvSpPr>
        <p:spPr>
          <a:xfrm>
            <a:off x="307975" y="37079659"/>
            <a:ext cx="31611012" cy="830997"/>
          </a:xfrm>
          <a:prstGeom prst="rect">
            <a:avLst/>
          </a:prstGeom>
          <a:solidFill>
            <a:srgbClr val="00B0F0"/>
          </a:solidFill>
          <a:ln w="9525" cap="flat" cmpd="sng">
            <a:solidFill>
              <a:schemeClr val="accent6"/>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CO" sz="4800" b="1" dirty="0">
                <a:solidFill>
                  <a:schemeClr val="dk1"/>
                </a:solidFill>
                <a:latin typeface="Calibri"/>
                <a:ea typeface="Calibri"/>
                <a:cs typeface="Calibri"/>
                <a:sym typeface="Calibri"/>
              </a:rPr>
              <a:t>6. Referencias</a:t>
            </a:r>
            <a:endParaRPr dirty="0"/>
          </a:p>
        </p:txBody>
      </p:sp>
      <p:sp>
        <p:nvSpPr>
          <p:cNvPr id="97" name="Google Shape;97;p1"/>
          <p:cNvSpPr/>
          <p:nvPr/>
        </p:nvSpPr>
        <p:spPr>
          <a:xfrm>
            <a:off x="307975" y="38134582"/>
            <a:ext cx="31238825" cy="286228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600" dirty="0">
                <a:solidFill>
                  <a:schemeClr val="dk1"/>
                </a:solidFill>
                <a:latin typeface="Calibri"/>
                <a:ea typeface="Calibri"/>
                <a:cs typeface="Calibri"/>
                <a:sym typeface="Calibri"/>
              </a:rPr>
              <a:t>Aramburo. A. (2021). LAS LÓGICAS DE DUELO AMOROSO EN NARRATIVAS FÍLMICAS CONTEMPORÁNEAS (Doctoral </a:t>
            </a:r>
            <a:r>
              <a:rPr lang="es-CO" sz="3600" dirty="0" err="1">
                <a:solidFill>
                  <a:schemeClr val="dk1"/>
                </a:solidFill>
                <a:latin typeface="Calibri"/>
                <a:ea typeface="Calibri"/>
                <a:cs typeface="Calibri"/>
                <a:sym typeface="Calibri"/>
              </a:rPr>
              <a:t>dissertation</a:t>
            </a:r>
            <a:r>
              <a:rPr lang="es-CO" sz="3600" dirty="0">
                <a:solidFill>
                  <a:schemeClr val="dk1"/>
                </a:solidFill>
                <a:latin typeface="Calibri"/>
                <a:ea typeface="Calibri"/>
                <a:cs typeface="Calibri"/>
                <a:sym typeface="Calibri"/>
              </a:rPr>
              <a:t>, Universidad de Antioquia)</a:t>
            </a:r>
            <a:r>
              <a:rPr lang="it-IT" sz="3600" dirty="0">
                <a:solidFill>
                  <a:schemeClr val="dk1"/>
                </a:solidFill>
                <a:latin typeface="Calibri"/>
                <a:ea typeface="Calibri"/>
                <a:cs typeface="Calibri"/>
                <a:sym typeface="Calibri"/>
              </a:rPr>
              <a:t> </a:t>
            </a:r>
          </a:p>
          <a:p>
            <a:pPr marL="0" marR="0" lvl="0" indent="0" algn="l" rtl="0">
              <a:spcBef>
                <a:spcPts val="0"/>
              </a:spcBef>
              <a:spcAft>
                <a:spcPts val="0"/>
              </a:spcAft>
              <a:buNone/>
            </a:pPr>
            <a:r>
              <a:rPr lang="it-IT" sz="3600" dirty="0">
                <a:solidFill>
                  <a:schemeClr val="dk1"/>
                </a:solidFill>
                <a:latin typeface="Calibri"/>
                <a:ea typeface="Calibri"/>
                <a:cs typeface="Calibri"/>
                <a:sym typeface="Calibri"/>
              </a:rPr>
              <a:t>Reddit Inc. (2024). Reddit API Documentation. https://www.reddit.com/dev/api/ (Reddit API)</a:t>
            </a:r>
            <a:r>
              <a:rPr lang="es-CO" sz="3600" dirty="0">
                <a:solidFill>
                  <a:schemeClr val="dk1"/>
                </a:solidFill>
                <a:latin typeface="Calibri"/>
                <a:ea typeface="Calibri"/>
                <a:cs typeface="Calibri"/>
                <a:sym typeface="Calibri"/>
              </a:rPr>
              <a:t> </a:t>
            </a:r>
          </a:p>
          <a:p>
            <a:pPr marL="0" marR="0" lvl="0" indent="0" algn="l" rtl="0">
              <a:spcBef>
                <a:spcPts val="0"/>
              </a:spcBef>
              <a:spcAft>
                <a:spcPts val="0"/>
              </a:spcAft>
              <a:buNone/>
            </a:pPr>
            <a:r>
              <a:rPr lang="es-CO" sz="3600" dirty="0" err="1">
                <a:solidFill>
                  <a:schemeClr val="dk1"/>
                </a:solidFill>
                <a:latin typeface="Calibri"/>
                <a:ea typeface="Calibri"/>
                <a:cs typeface="Calibri"/>
                <a:sym typeface="Calibri"/>
              </a:rPr>
              <a:t>Matplotlib</a:t>
            </a:r>
            <a:r>
              <a:rPr lang="es-CO" sz="3600" dirty="0">
                <a:solidFill>
                  <a:schemeClr val="dk1"/>
                </a:solidFill>
                <a:latin typeface="Calibri"/>
                <a:ea typeface="Calibri"/>
                <a:cs typeface="Calibri"/>
                <a:sym typeface="Calibri"/>
              </a:rPr>
              <a:t> </a:t>
            </a:r>
            <a:r>
              <a:rPr lang="es-CO" sz="3600" dirty="0" err="1">
                <a:solidFill>
                  <a:schemeClr val="dk1"/>
                </a:solidFill>
                <a:latin typeface="Calibri"/>
                <a:ea typeface="Calibri"/>
                <a:cs typeface="Calibri"/>
                <a:sym typeface="Calibri"/>
              </a:rPr>
              <a:t>Development</a:t>
            </a:r>
            <a:r>
              <a:rPr lang="es-CO" sz="3600" dirty="0">
                <a:solidFill>
                  <a:schemeClr val="dk1"/>
                </a:solidFill>
                <a:latin typeface="Calibri"/>
                <a:ea typeface="Calibri"/>
                <a:cs typeface="Calibri"/>
                <a:sym typeface="Calibri"/>
              </a:rPr>
              <a:t> </a:t>
            </a:r>
            <a:r>
              <a:rPr lang="es-CO" sz="3600" dirty="0" err="1">
                <a:solidFill>
                  <a:schemeClr val="dk1"/>
                </a:solidFill>
                <a:latin typeface="Calibri"/>
                <a:ea typeface="Calibri"/>
                <a:cs typeface="Calibri"/>
                <a:sym typeface="Calibri"/>
              </a:rPr>
              <a:t>Team</a:t>
            </a:r>
            <a:r>
              <a:rPr lang="es-CO" sz="3600" dirty="0">
                <a:solidFill>
                  <a:schemeClr val="dk1"/>
                </a:solidFill>
                <a:latin typeface="Calibri"/>
                <a:ea typeface="Calibri"/>
                <a:cs typeface="Calibri"/>
                <a:sym typeface="Calibri"/>
              </a:rPr>
              <a:t>. (</a:t>
            </a:r>
            <a:r>
              <a:rPr lang="es-CO" sz="3600" dirty="0" err="1">
                <a:solidFill>
                  <a:schemeClr val="dk1"/>
                </a:solidFill>
                <a:latin typeface="Calibri"/>
                <a:ea typeface="Calibri"/>
                <a:cs typeface="Calibri"/>
                <a:sym typeface="Calibri"/>
              </a:rPr>
              <a:t>n.d</a:t>
            </a:r>
            <a:r>
              <a:rPr lang="es-CO" sz="3600" dirty="0">
                <a:solidFill>
                  <a:schemeClr val="dk1"/>
                </a:solidFill>
                <a:latin typeface="Calibri"/>
                <a:ea typeface="Calibri"/>
                <a:cs typeface="Calibri"/>
                <a:sym typeface="Calibri"/>
              </a:rPr>
              <a:t>.). </a:t>
            </a:r>
            <a:r>
              <a:rPr lang="es-CO" sz="3600" dirty="0" err="1">
                <a:solidFill>
                  <a:schemeClr val="dk1"/>
                </a:solidFill>
                <a:latin typeface="Calibri"/>
                <a:ea typeface="Calibri"/>
                <a:cs typeface="Calibri"/>
                <a:sym typeface="Calibri"/>
              </a:rPr>
              <a:t>Matplotlib</a:t>
            </a:r>
            <a:r>
              <a:rPr lang="es-CO" sz="3600" dirty="0">
                <a:solidFill>
                  <a:schemeClr val="dk1"/>
                </a:solidFill>
                <a:latin typeface="Calibri"/>
                <a:ea typeface="Calibri"/>
                <a:cs typeface="Calibri"/>
                <a:sym typeface="Calibri"/>
              </a:rPr>
              <a:t>: </a:t>
            </a:r>
            <a:r>
              <a:rPr lang="es-CO" sz="3600" dirty="0" err="1">
                <a:solidFill>
                  <a:schemeClr val="dk1"/>
                </a:solidFill>
                <a:latin typeface="Calibri"/>
                <a:ea typeface="Calibri"/>
                <a:cs typeface="Calibri"/>
                <a:sym typeface="Calibri"/>
              </a:rPr>
              <a:t>Visualization</a:t>
            </a:r>
            <a:r>
              <a:rPr lang="es-CO" sz="3600" dirty="0">
                <a:solidFill>
                  <a:schemeClr val="dk1"/>
                </a:solidFill>
                <a:latin typeface="Calibri"/>
                <a:ea typeface="Calibri"/>
                <a:cs typeface="Calibri"/>
                <a:sym typeface="Calibri"/>
              </a:rPr>
              <a:t> </a:t>
            </a:r>
            <a:r>
              <a:rPr lang="es-CO" sz="3600" dirty="0" err="1">
                <a:solidFill>
                  <a:schemeClr val="dk1"/>
                </a:solidFill>
                <a:latin typeface="Calibri"/>
                <a:ea typeface="Calibri"/>
                <a:cs typeface="Calibri"/>
                <a:sym typeface="Calibri"/>
              </a:rPr>
              <a:t>with</a:t>
            </a:r>
            <a:r>
              <a:rPr lang="es-CO" sz="3600" dirty="0">
                <a:solidFill>
                  <a:schemeClr val="dk1"/>
                </a:solidFill>
                <a:latin typeface="Calibri"/>
                <a:ea typeface="Calibri"/>
                <a:cs typeface="Calibri"/>
                <a:sym typeface="Calibri"/>
              </a:rPr>
              <a:t> Python [Software </a:t>
            </a:r>
            <a:r>
              <a:rPr lang="es-CO" sz="3600" dirty="0" err="1">
                <a:solidFill>
                  <a:schemeClr val="dk1"/>
                </a:solidFill>
                <a:latin typeface="Calibri"/>
                <a:ea typeface="Calibri"/>
                <a:cs typeface="Calibri"/>
                <a:sym typeface="Calibri"/>
              </a:rPr>
              <a:t>documentation</a:t>
            </a:r>
            <a:r>
              <a:rPr lang="es-CO" sz="3600" dirty="0">
                <a:solidFill>
                  <a:schemeClr val="dk1"/>
                </a:solidFill>
                <a:latin typeface="Calibri"/>
                <a:ea typeface="Calibri"/>
                <a:cs typeface="Calibri"/>
                <a:sym typeface="Calibri"/>
              </a:rPr>
              <a:t>]. </a:t>
            </a:r>
            <a:r>
              <a:rPr lang="es-CO" sz="3600" dirty="0" err="1">
                <a:solidFill>
                  <a:schemeClr val="dk1"/>
                </a:solidFill>
                <a:latin typeface="Calibri"/>
                <a:ea typeface="Calibri"/>
                <a:cs typeface="Calibri"/>
                <a:sym typeface="Calibri"/>
              </a:rPr>
              <a:t>Retrieved</a:t>
            </a:r>
            <a:r>
              <a:rPr lang="es-CO" sz="3600" dirty="0">
                <a:solidFill>
                  <a:schemeClr val="dk1"/>
                </a:solidFill>
                <a:latin typeface="Calibri"/>
                <a:ea typeface="Calibri"/>
                <a:cs typeface="Calibri"/>
                <a:sym typeface="Calibri"/>
              </a:rPr>
              <a:t> June 11, 2025, </a:t>
            </a:r>
            <a:r>
              <a:rPr lang="es-CO" sz="3600" dirty="0" err="1">
                <a:solidFill>
                  <a:schemeClr val="dk1"/>
                </a:solidFill>
                <a:latin typeface="Calibri"/>
                <a:ea typeface="Calibri"/>
                <a:cs typeface="Calibri"/>
                <a:sym typeface="Calibri"/>
              </a:rPr>
              <a:t>from</a:t>
            </a:r>
            <a:r>
              <a:rPr lang="es-CO" sz="3600" dirty="0">
                <a:solidFill>
                  <a:schemeClr val="dk1"/>
                </a:solidFill>
                <a:latin typeface="Calibri"/>
                <a:ea typeface="Calibri"/>
                <a:cs typeface="Calibri"/>
                <a:sym typeface="Calibri"/>
              </a:rPr>
              <a:t> </a:t>
            </a:r>
            <a:r>
              <a:rPr lang="es-CO" sz="3600" dirty="0">
                <a:solidFill>
                  <a:schemeClr val="dk1"/>
                </a:solidFill>
                <a:latin typeface="Calibri"/>
                <a:ea typeface="Calibri"/>
                <a:cs typeface="Calibri"/>
                <a:sym typeface="Calibri"/>
                <a:hlinkClick r:id="rId3"/>
              </a:rPr>
              <a:t>https://matplotlib.org/</a:t>
            </a:r>
            <a:endParaRPr lang="es-CO" sz="36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3600" dirty="0">
                <a:solidFill>
                  <a:schemeClr val="dk1"/>
                </a:solidFill>
                <a:latin typeface="Calibri"/>
                <a:ea typeface="Calibri"/>
                <a:cs typeface="Calibri"/>
                <a:sym typeface="Calibri"/>
              </a:rPr>
              <a:t>Waskom, M., et al. (n.d.). Seaborn: Statistical data visualization [Software documentation]. Retrieved June 11, 2025, from </a:t>
            </a:r>
            <a:r>
              <a:rPr lang="en-US" sz="3600" dirty="0">
                <a:solidFill>
                  <a:schemeClr val="dk1"/>
                </a:solidFill>
                <a:latin typeface="Calibri"/>
                <a:ea typeface="Calibri"/>
                <a:cs typeface="Calibri"/>
                <a:sym typeface="Calibri"/>
                <a:hlinkClick r:id="rId4"/>
              </a:rPr>
              <a:t>https://seaborn.pydata.org/</a:t>
            </a:r>
            <a:endParaRPr lang="en-US" sz="3600" dirty="0">
              <a:solidFill>
                <a:schemeClr val="dk1"/>
              </a:solidFill>
              <a:latin typeface="Calibri"/>
              <a:ea typeface="Calibri"/>
              <a:cs typeface="Calibri"/>
              <a:sym typeface="Calibri"/>
            </a:endParaRPr>
          </a:p>
          <a:p>
            <a:pPr marL="0" marR="0" lvl="0" indent="0" algn="l" rtl="0">
              <a:spcBef>
                <a:spcPts val="0"/>
              </a:spcBef>
              <a:spcAft>
                <a:spcPts val="0"/>
              </a:spcAft>
              <a:buNone/>
            </a:pPr>
            <a:endParaRPr lang="es-CO" sz="3600" dirty="0">
              <a:solidFill>
                <a:schemeClr val="dk1"/>
              </a:solidFill>
              <a:latin typeface="Calibri"/>
              <a:ea typeface="Calibri"/>
              <a:cs typeface="Calibri"/>
              <a:sym typeface="Calibri"/>
            </a:endParaRPr>
          </a:p>
        </p:txBody>
      </p:sp>
      <p:sp>
        <p:nvSpPr>
          <p:cNvPr id="98" name="Google Shape;98;p1"/>
          <p:cNvSpPr txBox="1"/>
          <p:nvPr/>
        </p:nvSpPr>
        <p:spPr>
          <a:xfrm>
            <a:off x="384174" y="5955719"/>
            <a:ext cx="31086426" cy="369332"/>
          </a:xfrm>
          <a:prstGeom prst="rect">
            <a:avLst/>
          </a:prstGeom>
          <a:solidFill>
            <a:srgbClr val="0070C0"/>
          </a:solidFill>
          <a:ln w="9525" cap="flat" cmpd="sng">
            <a:solidFill>
              <a:schemeClr val="accent6"/>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b="1">
              <a:solidFill>
                <a:schemeClr val="dk1"/>
              </a:solidFill>
              <a:latin typeface="Calibri"/>
              <a:ea typeface="Calibri"/>
              <a:cs typeface="Calibri"/>
              <a:sym typeface="Calibri"/>
            </a:endParaRPr>
          </a:p>
        </p:txBody>
      </p:sp>
      <p:sp>
        <p:nvSpPr>
          <p:cNvPr id="99" name="Google Shape;99;p1"/>
          <p:cNvSpPr txBox="1"/>
          <p:nvPr/>
        </p:nvSpPr>
        <p:spPr>
          <a:xfrm>
            <a:off x="523345" y="28965387"/>
            <a:ext cx="15226078" cy="243139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O" sz="3800" dirty="0">
                <a:solidFill>
                  <a:schemeClr val="dk1"/>
                </a:solidFill>
                <a:latin typeface="Calibri"/>
                <a:ea typeface="Calibri"/>
                <a:cs typeface="Calibri"/>
                <a:sym typeface="Calibri"/>
              </a:rPr>
              <a:t>Para este análisis se uso un web </a:t>
            </a:r>
            <a:r>
              <a:rPr lang="es-CO" sz="3800" dirty="0" err="1">
                <a:solidFill>
                  <a:schemeClr val="dk1"/>
                </a:solidFill>
                <a:latin typeface="Calibri"/>
                <a:ea typeface="Calibri"/>
                <a:cs typeface="Calibri"/>
                <a:sym typeface="Calibri"/>
              </a:rPr>
              <a:t>scraper</a:t>
            </a:r>
            <a:r>
              <a:rPr lang="es-CO" sz="3800" dirty="0">
                <a:solidFill>
                  <a:schemeClr val="dk1"/>
                </a:solidFill>
                <a:latin typeface="Calibri"/>
                <a:ea typeface="Calibri"/>
                <a:cs typeface="Calibri"/>
                <a:sym typeface="Calibri"/>
              </a:rPr>
              <a:t> que recolectaba la información de los comentarios asociados a varios link (De las películas de culto analizadas). Para este criterio se buscaron películas de culto basadas en el duelo y la tecnología, teniendo relación con el enfoque presentado anteriormente. </a:t>
            </a:r>
          </a:p>
        </p:txBody>
      </p:sp>
      <p:sp>
        <p:nvSpPr>
          <p:cNvPr id="101" name="Google Shape;101;p1"/>
          <p:cNvSpPr txBox="1"/>
          <p:nvPr/>
        </p:nvSpPr>
        <p:spPr>
          <a:xfrm>
            <a:off x="17204078" y="233546"/>
            <a:ext cx="13730400" cy="575538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O" sz="9200" dirty="0">
                <a:ln w="0"/>
                <a:solidFill>
                  <a:schemeClr val="tx1"/>
                </a:solidFill>
                <a:effectLst>
                  <a:outerShdw blurRad="38100" dist="19050" dir="2700000" algn="tl" rotWithShape="0">
                    <a:schemeClr val="dk1">
                      <a:alpha val="40000"/>
                    </a:schemeClr>
                  </a:outerShdw>
                </a:effectLst>
                <a:latin typeface="Calibri"/>
                <a:ea typeface="Calibri"/>
                <a:cs typeface="Calibri"/>
                <a:sym typeface="Calibri"/>
              </a:rPr>
              <a:t>II Socialización de Trabajos de Grado – Facultad de Ingeniería y C. </a:t>
            </a:r>
            <a:r>
              <a:rPr lang="es-CO" sz="9200" dirty="0" err="1">
                <a:ln w="0"/>
                <a:solidFill>
                  <a:schemeClr val="tx1"/>
                </a:solidFill>
                <a:effectLst>
                  <a:outerShdw blurRad="38100" dist="19050" dir="2700000" algn="tl" rotWithShape="0">
                    <a:schemeClr val="dk1">
                      <a:alpha val="40000"/>
                    </a:schemeClr>
                  </a:outerShdw>
                </a:effectLst>
                <a:latin typeface="Calibri"/>
                <a:ea typeface="Calibri"/>
                <a:cs typeface="Calibri"/>
                <a:sym typeface="Calibri"/>
              </a:rPr>
              <a:t>Agrop</a:t>
            </a:r>
            <a:r>
              <a:rPr lang="es-CO" sz="9200" dirty="0">
                <a:ln w="0"/>
                <a:solidFill>
                  <a:schemeClr val="tx1"/>
                </a:solidFill>
                <a:effectLst>
                  <a:outerShdw blurRad="38100" dist="19050" dir="2700000" algn="tl" rotWithShape="0">
                    <a:schemeClr val="dk1">
                      <a:alpha val="40000"/>
                    </a:schemeClr>
                  </a:outerShdw>
                </a:effectLst>
                <a:latin typeface="Calibri"/>
                <a:ea typeface="Calibri"/>
                <a:cs typeface="Calibri"/>
                <a:sym typeface="Calibri"/>
              </a:rPr>
              <a:t>.</a:t>
            </a:r>
          </a:p>
          <a:p>
            <a:pPr marL="0" marR="0" lvl="0" indent="0" algn="ctr" rtl="0">
              <a:spcBef>
                <a:spcPts val="0"/>
              </a:spcBef>
              <a:spcAft>
                <a:spcPts val="0"/>
              </a:spcAft>
              <a:buNone/>
            </a:pPr>
            <a:r>
              <a:rPr lang="es-CO" sz="9200" dirty="0">
                <a:ln w="0"/>
                <a:solidFill>
                  <a:schemeClr val="tx1"/>
                </a:solidFill>
                <a:effectLst>
                  <a:outerShdw blurRad="38100" dist="19050" dir="2700000" algn="tl" rotWithShape="0">
                    <a:schemeClr val="dk1">
                      <a:alpha val="40000"/>
                    </a:schemeClr>
                  </a:outerShdw>
                </a:effectLst>
                <a:latin typeface="Calibri"/>
                <a:ea typeface="Calibri"/>
                <a:cs typeface="Calibri"/>
                <a:sym typeface="Calibri"/>
              </a:rPr>
              <a:t>2025-1</a:t>
            </a:r>
            <a:endParaRPr sz="9200" dirty="0">
              <a:ln w="0"/>
              <a:solidFill>
                <a:schemeClr val="tx1"/>
              </a:solidFill>
              <a:effectLst>
                <a:outerShdw blurRad="38100" dist="19050" dir="2700000" algn="tl" rotWithShape="0">
                  <a:schemeClr val="dk1">
                    <a:alpha val="40000"/>
                  </a:schemeClr>
                </a:outerShdw>
              </a:effectLst>
              <a:latin typeface="Calibri"/>
              <a:ea typeface="Calibri"/>
              <a:cs typeface="Calibri"/>
              <a:sym typeface="Calibri"/>
            </a:endParaRPr>
          </a:p>
        </p:txBody>
      </p:sp>
      <p:pic>
        <p:nvPicPr>
          <p:cNvPr id="3" name="Imagen 2">
            <a:extLst>
              <a:ext uri="{FF2B5EF4-FFF2-40B4-BE49-F238E27FC236}">
                <a16:creationId xmlns:a16="http://schemas.microsoft.com/office/drawing/2014/main" id="{BECC312B-6FBE-8987-4C14-6863D104AFAD}"/>
              </a:ext>
            </a:extLst>
          </p:cNvPr>
          <p:cNvPicPr>
            <a:picLocks noChangeAspect="1"/>
          </p:cNvPicPr>
          <p:nvPr/>
        </p:nvPicPr>
        <p:blipFill>
          <a:blip r:embed="rId5"/>
          <a:stretch>
            <a:fillRect/>
          </a:stretch>
        </p:blipFill>
        <p:spPr>
          <a:xfrm>
            <a:off x="1435760" y="1435627"/>
            <a:ext cx="14729657" cy="2931631"/>
          </a:xfrm>
          <a:prstGeom prst="rect">
            <a:avLst/>
          </a:prstGeom>
        </p:spPr>
      </p:pic>
      <p:sp>
        <p:nvSpPr>
          <p:cNvPr id="12" name="TextBox 11">
            <a:extLst>
              <a:ext uri="{FF2B5EF4-FFF2-40B4-BE49-F238E27FC236}">
                <a16:creationId xmlns:a16="http://schemas.microsoft.com/office/drawing/2014/main" id="{152796B9-F8BE-A785-BB59-C77A441E2185}"/>
              </a:ext>
            </a:extLst>
          </p:cNvPr>
          <p:cNvSpPr txBox="1"/>
          <p:nvPr/>
        </p:nvSpPr>
        <p:spPr>
          <a:xfrm>
            <a:off x="16555186" y="29415075"/>
            <a:ext cx="15320757" cy="6401753"/>
          </a:xfrm>
          <a:prstGeom prst="rect">
            <a:avLst/>
          </a:prstGeom>
          <a:noFill/>
        </p:spPr>
        <p:txBody>
          <a:bodyPr wrap="square">
            <a:spAutoFit/>
          </a:bodyPr>
          <a:lstStyle/>
          <a:p>
            <a:pPr marL="571500" marR="0" lvl="0" indent="-571500" algn="just" rtl="0">
              <a:spcBef>
                <a:spcPts val="0"/>
              </a:spcBef>
              <a:spcAft>
                <a:spcPts val="0"/>
              </a:spcAft>
              <a:buFont typeface="Arial" panose="020B0604020202020204" pitchFamily="34" charset="0"/>
              <a:buChar char="•"/>
            </a:pPr>
            <a:r>
              <a:rPr lang="es-CO" sz="3600" dirty="0">
                <a:solidFill>
                  <a:schemeClr val="dk1"/>
                </a:solidFill>
                <a:latin typeface="Calibri"/>
                <a:ea typeface="Calibri"/>
                <a:cs typeface="Calibri"/>
                <a:sym typeface="Calibri"/>
              </a:rPr>
              <a:t>las película de culto son ampliamente comentadas, identificando patrones en común, generando una distribución de 6 clústeres, aunque en comparación por puntaje se denotan los 6 </a:t>
            </a:r>
            <a:r>
              <a:rPr lang="es-CO" sz="3600" dirty="0" err="1">
                <a:solidFill>
                  <a:schemeClr val="dk1"/>
                </a:solidFill>
                <a:latin typeface="Calibri"/>
                <a:ea typeface="Calibri"/>
                <a:cs typeface="Calibri"/>
                <a:sym typeface="Calibri"/>
              </a:rPr>
              <a:t>clusters</a:t>
            </a:r>
            <a:r>
              <a:rPr lang="es-CO" sz="3600" dirty="0">
                <a:solidFill>
                  <a:schemeClr val="dk1"/>
                </a:solidFill>
                <a:latin typeface="Calibri"/>
                <a:ea typeface="Calibri"/>
                <a:cs typeface="Calibri"/>
                <a:sym typeface="Calibri"/>
              </a:rPr>
              <a:t> encontrados.</a:t>
            </a:r>
          </a:p>
          <a:p>
            <a:pPr marL="571500" marR="0" lvl="0" indent="-571500" algn="just" rtl="0">
              <a:spcBef>
                <a:spcPts val="0"/>
              </a:spcBef>
              <a:spcAft>
                <a:spcPts val="0"/>
              </a:spcAft>
              <a:buFont typeface="Arial" panose="020B0604020202020204" pitchFamily="34" charset="0"/>
              <a:buChar char="•"/>
            </a:pPr>
            <a:r>
              <a:rPr lang="es-CO" sz="3600" dirty="0">
                <a:solidFill>
                  <a:schemeClr val="dk1"/>
                </a:solidFill>
                <a:latin typeface="Calibri"/>
                <a:ea typeface="Calibri"/>
                <a:cs typeface="Calibri"/>
                <a:sym typeface="Calibri"/>
              </a:rPr>
              <a:t>Si nos basamos en la puntación media y la distribución en </a:t>
            </a:r>
            <a:r>
              <a:rPr lang="es-CO" sz="3600" dirty="0" err="1">
                <a:solidFill>
                  <a:schemeClr val="dk1"/>
                </a:solidFill>
                <a:latin typeface="Calibri"/>
                <a:ea typeface="Calibri"/>
                <a:cs typeface="Calibri"/>
                <a:sym typeface="Calibri"/>
              </a:rPr>
              <a:t>cluster</a:t>
            </a:r>
            <a:r>
              <a:rPr lang="es-CO" sz="3600" dirty="0">
                <a:solidFill>
                  <a:schemeClr val="dk1"/>
                </a:solidFill>
                <a:latin typeface="Calibri"/>
                <a:ea typeface="Calibri"/>
                <a:cs typeface="Calibri"/>
                <a:sym typeface="Calibri"/>
              </a:rPr>
              <a:t>, evidenciamos una gran cantidad de películas con predominancia del </a:t>
            </a:r>
            <a:r>
              <a:rPr lang="es-CO" sz="3600" dirty="0" err="1">
                <a:solidFill>
                  <a:schemeClr val="dk1"/>
                </a:solidFill>
                <a:latin typeface="Calibri"/>
                <a:ea typeface="Calibri"/>
                <a:cs typeface="Calibri"/>
                <a:sym typeface="Calibri"/>
              </a:rPr>
              <a:t>cluster</a:t>
            </a:r>
            <a:r>
              <a:rPr lang="es-CO" sz="3600" dirty="0">
                <a:solidFill>
                  <a:schemeClr val="dk1"/>
                </a:solidFill>
                <a:latin typeface="Calibri"/>
                <a:ea typeface="Calibri"/>
                <a:cs typeface="Calibri"/>
                <a:sym typeface="Calibri"/>
              </a:rPr>
              <a:t> 4 y 2, reconociendo que la mayoría de comentarios que pertenecen al </a:t>
            </a:r>
            <a:r>
              <a:rPr lang="es-CO" sz="3600" dirty="0" err="1">
                <a:solidFill>
                  <a:schemeClr val="dk1"/>
                </a:solidFill>
                <a:latin typeface="Calibri"/>
                <a:ea typeface="Calibri"/>
                <a:cs typeface="Calibri"/>
                <a:sym typeface="Calibri"/>
              </a:rPr>
              <a:t>cluster</a:t>
            </a:r>
            <a:r>
              <a:rPr lang="es-CO" sz="3600" dirty="0">
                <a:solidFill>
                  <a:schemeClr val="dk1"/>
                </a:solidFill>
                <a:latin typeface="Calibri"/>
                <a:ea typeface="Calibri"/>
                <a:cs typeface="Calibri"/>
                <a:sym typeface="Calibri"/>
              </a:rPr>
              <a:t> 4, suelen ser positivos o superiores a los del </a:t>
            </a:r>
            <a:r>
              <a:rPr lang="es-CO" sz="3600" dirty="0" err="1">
                <a:solidFill>
                  <a:schemeClr val="dk1"/>
                </a:solidFill>
                <a:latin typeface="Calibri"/>
                <a:ea typeface="Calibri"/>
                <a:cs typeface="Calibri"/>
                <a:sym typeface="Calibri"/>
              </a:rPr>
              <a:t>cluster</a:t>
            </a:r>
            <a:r>
              <a:rPr lang="es-CO" sz="3600" dirty="0">
                <a:solidFill>
                  <a:schemeClr val="dk1"/>
                </a:solidFill>
                <a:latin typeface="Calibri"/>
                <a:ea typeface="Calibri"/>
                <a:cs typeface="Calibri"/>
                <a:sym typeface="Calibri"/>
              </a:rPr>
              <a:t> 2. </a:t>
            </a:r>
          </a:p>
          <a:p>
            <a:pPr marL="571500" marR="0" lvl="0" indent="-571500" algn="just" rtl="0">
              <a:spcBef>
                <a:spcPts val="0"/>
              </a:spcBef>
              <a:spcAft>
                <a:spcPts val="0"/>
              </a:spcAft>
              <a:buFont typeface="Arial" panose="020B0604020202020204" pitchFamily="34" charset="0"/>
              <a:buChar char="•"/>
            </a:pPr>
            <a:r>
              <a:rPr lang="es-CO" sz="3600" dirty="0">
                <a:solidFill>
                  <a:schemeClr val="dk1"/>
                </a:solidFill>
                <a:latin typeface="Calibri"/>
                <a:ea typeface="Calibri"/>
                <a:cs typeface="Calibri"/>
                <a:sym typeface="Calibri"/>
              </a:rPr>
              <a:t>Se evidencia la relevancia del contenido de la película, en relación a las vivencias subjetivas de los espectadores, que llegan a ver estas películas con alto interés en entender situaciones especificas, y por ende los lleva a pensar mas allá, y dejar comentarios asociados al sentimiento encontrado. </a:t>
            </a:r>
            <a:endParaRPr lang="es-CO" sz="1400" dirty="0">
              <a:solidFill>
                <a:schemeClr val="dk1"/>
              </a:solidFill>
              <a:latin typeface="Calibri"/>
              <a:ea typeface="Calibri"/>
              <a:cs typeface="Calibri"/>
              <a:sym typeface="Calibri"/>
            </a:endParaRPr>
          </a:p>
          <a:p>
            <a:pPr lvl="0" algn="just"/>
            <a:endParaRPr lang="es-CO" sz="1400" dirty="0">
              <a:solidFill>
                <a:schemeClr val="dk1"/>
              </a:solidFill>
              <a:latin typeface="Calibri"/>
              <a:ea typeface="Calibri"/>
              <a:cs typeface="Calibri"/>
              <a:sym typeface="Calibri"/>
            </a:endParaRPr>
          </a:p>
        </p:txBody>
      </p:sp>
      <p:pic>
        <p:nvPicPr>
          <p:cNvPr id="22" name="Picture 21">
            <a:extLst>
              <a:ext uri="{FF2B5EF4-FFF2-40B4-BE49-F238E27FC236}">
                <a16:creationId xmlns:a16="http://schemas.microsoft.com/office/drawing/2014/main" id="{69979F03-F6A4-90D8-5032-139679F69C32}"/>
              </a:ext>
            </a:extLst>
          </p:cNvPr>
          <p:cNvPicPr>
            <a:picLocks noChangeAspect="1"/>
          </p:cNvPicPr>
          <p:nvPr/>
        </p:nvPicPr>
        <p:blipFill>
          <a:blip r:embed="rId6"/>
          <a:srcRect l="3189"/>
          <a:stretch>
            <a:fillRect/>
          </a:stretch>
        </p:blipFill>
        <p:spPr>
          <a:xfrm>
            <a:off x="16848100" y="20973676"/>
            <a:ext cx="10835185" cy="2927027"/>
          </a:xfrm>
          <a:prstGeom prst="rect">
            <a:avLst/>
          </a:prstGeom>
        </p:spPr>
      </p:pic>
      <p:sp>
        <p:nvSpPr>
          <p:cNvPr id="23" name="TextBox 22">
            <a:extLst>
              <a:ext uri="{FF2B5EF4-FFF2-40B4-BE49-F238E27FC236}">
                <a16:creationId xmlns:a16="http://schemas.microsoft.com/office/drawing/2014/main" id="{0D807D1A-52CB-4E57-BF2F-102B05F1BD2B}"/>
              </a:ext>
            </a:extLst>
          </p:cNvPr>
          <p:cNvSpPr txBox="1"/>
          <p:nvPr/>
        </p:nvSpPr>
        <p:spPr>
          <a:xfrm>
            <a:off x="16649866" y="24087156"/>
            <a:ext cx="14677799" cy="4401205"/>
          </a:xfrm>
          <a:prstGeom prst="rect">
            <a:avLst/>
          </a:prstGeom>
          <a:noFill/>
        </p:spPr>
        <p:txBody>
          <a:bodyPr wrap="square">
            <a:spAutoFit/>
          </a:bodyPr>
          <a:lstStyle/>
          <a:p>
            <a:pPr marL="0" marR="0" lvl="0" indent="0" algn="just" rtl="0">
              <a:spcBef>
                <a:spcPts val="0"/>
              </a:spcBef>
              <a:spcAft>
                <a:spcPts val="0"/>
              </a:spcAft>
              <a:buNone/>
            </a:pPr>
            <a:r>
              <a:rPr lang="es-CO" sz="3600" dirty="0">
                <a:solidFill>
                  <a:schemeClr val="dk1"/>
                </a:solidFill>
                <a:latin typeface="Calibri"/>
                <a:ea typeface="Calibri"/>
                <a:cs typeface="Calibri"/>
                <a:sym typeface="Calibri"/>
              </a:rPr>
              <a:t>Aun así podemos notar que la mayoría de los comentarios están dentro del clúster 4, es decir la mayoría de comentarios, son breves, pero significativos. Enfatizando en una polaridad, que tiende a ser alta. Además de tener una subjetividad media, mezclando opiniones con hechos, los cuales suelen tener un puntaje alto en la calificación asociada al comentario. Se identifican también los </a:t>
            </a:r>
            <a:r>
              <a:rPr lang="es-CO" sz="3600" dirty="0" err="1">
                <a:solidFill>
                  <a:schemeClr val="dk1"/>
                </a:solidFill>
                <a:latin typeface="Calibri"/>
                <a:ea typeface="Calibri"/>
                <a:cs typeface="Calibri"/>
                <a:sym typeface="Calibri"/>
              </a:rPr>
              <a:t>clusters</a:t>
            </a:r>
            <a:r>
              <a:rPr lang="es-CO" sz="3600" dirty="0">
                <a:solidFill>
                  <a:schemeClr val="dk1"/>
                </a:solidFill>
                <a:latin typeface="Calibri"/>
                <a:ea typeface="Calibri"/>
                <a:cs typeface="Calibri"/>
                <a:sym typeface="Calibri"/>
              </a:rPr>
              <a:t> desde la comparación con numero de caracteres y puntaje. </a:t>
            </a:r>
          </a:p>
          <a:p>
            <a:pPr marL="0" marR="0" lvl="0" indent="0" algn="just" rtl="0">
              <a:spcBef>
                <a:spcPts val="0"/>
              </a:spcBef>
              <a:spcAft>
                <a:spcPts val="0"/>
              </a:spcAft>
              <a:buNone/>
            </a:pPr>
            <a:endParaRPr lang="es-CO" sz="1400" dirty="0">
              <a:solidFill>
                <a:schemeClr val="dk1"/>
              </a:solidFill>
              <a:latin typeface="Calibri"/>
              <a:ea typeface="Calibri"/>
              <a:cs typeface="Calibri"/>
              <a:sym typeface="Calibri"/>
            </a:endParaRPr>
          </a:p>
          <a:p>
            <a:pPr lvl="0" algn="just"/>
            <a:endParaRPr lang="es-CO" sz="1400" dirty="0">
              <a:solidFill>
                <a:schemeClr val="dk1"/>
              </a:solidFill>
              <a:latin typeface="Calibri"/>
              <a:ea typeface="Calibri"/>
              <a:cs typeface="Calibri"/>
              <a:sym typeface="Calibri"/>
            </a:endParaRPr>
          </a:p>
        </p:txBody>
      </p:sp>
      <p:pic>
        <p:nvPicPr>
          <p:cNvPr id="33" name="Picture 32">
            <a:extLst>
              <a:ext uri="{FF2B5EF4-FFF2-40B4-BE49-F238E27FC236}">
                <a16:creationId xmlns:a16="http://schemas.microsoft.com/office/drawing/2014/main" id="{52A2F24B-29E9-5184-BA2F-5036AF36E176}"/>
              </a:ext>
            </a:extLst>
          </p:cNvPr>
          <p:cNvPicPr>
            <a:picLocks noChangeAspect="1"/>
          </p:cNvPicPr>
          <p:nvPr/>
        </p:nvPicPr>
        <p:blipFill>
          <a:blip r:embed="rId7"/>
          <a:stretch>
            <a:fillRect/>
          </a:stretch>
        </p:blipFill>
        <p:spPr>
          <a:xfrm>
            <a:off x="729296" y="31551617"/>
            <a:ext cx="12777153" cy="4298414"/>
          </a:xfrm>
          <a:prstGeom prst="rect">
            <a:avLst/>
          </a:prstGeom>
        </p:spPr>
      </p:pic>
      <p:pic>
        <p:nvPicPr>
          <p:cNvPr id="37" name="Picture 36" descr="A chart with different colored circles&#10;&#10;AI-generated content may be incorrect.">
            <a:extLst>
              <a:ext uri="{FF2B5EF4-FFF2-40B4-BE49-F238E27FC236}">
                <a16:creationId xmlns:a16="http://schemas.microsoft.com/office/drawing/2014/main" id="{2F248621-E1CF-56DF-D62F-FE7A5F3501AC}"/>
              </a:ext>
            </a:extLst>
          </p:cNvPr>
          <p:cNvPicPr>
            <a:picLocks noChangeAspect="1"/>
          </p:cNvPicPr>
          <p:nvPr/>
        </p:nvPicPr>
        <p:blipFill>
          <a:blip r:embed="rId8"/>
          <a:stretch>
            <a:fillRect/>
          </a:stretch>
        </p:blipFill>
        <p:spPr>
          <a:xfrm>
            <a:off x="16649866" y="15549557"/>
            <a:ext cx="5942463" cy="4734645"/>
          </a:xfrm>
          <a:prstGeom prst="rect">
            <a:avLst/>
          </a:prstGeom>
        </p:spPr>
      </p:pic>
      <p:pic>
        <p:nvPicPr>
          <p:cNvPr id="39" name="Picture 38" descr="A graph of different colored squares&#10;&#10;AI-generated content may be incorrect.">
            <a:extLst>
              <a:ext uri="{FF2B5EF4-FFF2-40B4-BE49-F238E27FC236}">
                <a16:creationId xmlns:a16="http://schemas.microsoft.com/office/drawing/2014/main" id="{D8BCC328-DA9A-5F81-AA39-8FC0823D51C4}"/>
              </a:ext>
            </a:extLst>
          </p:cNvPr>
          <p:cNvPicPr>
            <a:picLocks noChangeAspect="1"/>
          </p:cNvPicPr>
          <p:nvPr/>
        </p:nvPicPr>
        <p:blipFill>
          <a:blip r:embed="rId9"/>
          <a:stretch>
            <a:fillRect/>
          </a:stretch>
        </p:blipFill>
        <p:spPr>
          <a:xfrm>
            <a:off x="22793377" y="15635626"/>
            <a:ext cx="8141101" cy="4871315"/>
          </a:xfrm>
          <a:prstGeom prst="rect">
            <a:avLst/>
          </a:prstGeom>
        </p:spPr>
      </p:pic>
    </p:spTree>
  </p:cSld>
  <p:clrMapOvr>
    <a:masterClrMapping/>
  </p:clrMapOvr>
</p:sld>
</file>

<file path=ppt/theme/theme1.xml><?xml version="1.0" encoding="utf-8"?>
<a:theme xmlns:a="http://schemas.openxmlformats.org/drawingml/2006/main" name="Tema de Office">
  <a:themeElements>
    <a:clrScheme name="Tema de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749</TotalTime>
  <Words>674</Words>
  <Application>Microsoft Office PowerPoint</Application>
  <PresentationFormat>Custom</PresentationFormat>
  <Paragraphs>29</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Tema de Office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Diseñador Fondo Editorial UCO;Jaime Andrés Gutiérrez-Monsalve</dc:creator>
  <cp:lastModifiedBy>andrea aramburo pelaez</cp:lastModifiedBy>
  <cp:revision>15</cp:revision>
  <dcterms:modified xsi:type="dcterms:W3CDTF">2025-06-11T20:29:25Z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0x0101009C68CF60C4403B49B44787A98CA26284</vt:lpwstr>
  </property>
</Properties>
</file>