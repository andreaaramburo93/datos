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
  </p:notesMasterIdLst>
  <p:sldIdLst>
    <p:sldId id="256" r:id="rId2"/>
  </p:sldIdLst>
  <p:sldSz cx="32399288" cy="43200638"/>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 roundtripDataSignature="AMtx7mhr4hKlNxX74K0XzbOqbwv0nJASQ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70C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987" autoAdjust="0"/>
  </p:normalViewPr>
  <p:slideViewPr>
    <p:cSldViewPr snapToGrid="0">
      <p:cViewPr>
        <p:scale>
          <a:sx n="58" d="100"/>
          <a:sy n="58" d="100"/>
        </p:scale>
        <p:origin x="-4118" y="-38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notesMaster" Target="notesMasters/notesMaster1.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customschemas.google.com/relationships/presentationmetadata" Target="metadata"/><Relationship Id="rId10" Type="http://schemas.openxmlformats.org/officeDocument/2006/relationships/tableStyles" Target="tableStyles.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2" name="Google Shape;82;p1:notes"/>
          <p:cNvSpPr>
            <a:spLocks noGrp="1" noRot="1" noChangeAspect="1"/>
          </p:cNvSpPr>
          <p:nvPr>
            <p:ph type="sldImg" idx="2"/>
          </p:nvPr>
        </p:nvSpPr>
        <p:spPr>
          <a:xfrm>
            <a:off x="2143125" y="685800"/>
            <a:ext cx="257175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iapositiva de título" type="title">
  <p:cSld name="TITLE">
    <p:spTree>
      <p:nvGrpSpPr>
        <p:cNvPr id="1" name="Shape 11"/>
        <p:cNvGrpSpPr/>
        <p:nvPr/>
      </p:nvGrpSpPr>
      <p:grpSpPr>
        <a:xfrm>
          <a:off x="0" y="0"/>
          <a:ext cx="0" cy="0"/>
          <a:chOff x="0" y="0"/>
          <a:chExt cx="0" cy="0"/>
        </a:xfrm>
      </p:grpSpPr>
      <p:sp>
        <p:nvSpPr>
          <p:cNvPr id="12" name="Google Shape;12;p3"/>
          <p:cNvSpPr txBox="1">
            <a:spLocks noGrp="1"/>
          </p:cNvSpPr>
          <p:nvPr>
            <p:ph type="ctrTitle"/>
          </p:nvPr>
        </p:nvSpPr>
        <p:spPr>
          <a:xfrm>
            <a:off x="2429947" y="7070108"/>
            <a:ext cx="27539395" cy="15040222"/>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21259"/>
              <a:buFont typeface="Calibri"/>
              <a:buNone/>
              <a:defRPr sz="2125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3" name="Google Shape;13;p3"/>
          <p:cNvSpPr txBox="1">
            <a:spLocks noGrp="1"/>
          </p:cNvSpPr>
          <p:nvPr>
            <p:ph type="subTitle" idx="1"/>
          </p:nvPr>
        </p:nvSpPr>
        <p:spPr>
          <a:xfrm>
            <a:off x="4049911" y="22690338"/>
            <a:ext cx="24299466" cy="10430151"/>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3543"/>
              </a:spcBef>
              <a:spcAft>
                <a:spcPts val="0"/>
              </a:spcAft>
              <a:buClr>
                <a:schemeClr val="dk1"/>
              </a:buClr>
              <a:buSzPts val="8504"/>
              <a:buNone/>
              <a:defRPr sz="8504"/>
            </a:lvl1pPr>
            <a:lvl2pPr lvl="1" algn="ctr">
              <a:lnSpc>
                <a:spcPct val="90000"/>
              </a:lnSpc>
              <a:spcBef>
                <a:spcPts val="1772"/>
              </a:spcBef>
              <a:spcAft>
                <a:spcPts val="0"/>
              </a:spcAft>
              <a:buClr>
                <a:schemeClr val="dk1"/>
              </a:buClr>
              <a:buSzPts val="7086"/>
              <a:buNone/>
              <a:defRPr sz="7086"/>
            </a:lvl2pPr>
            <a:lvl3pPr lvl="2" algn="ctr">
              <a:lnSpc>
                <a:spcPct val="90000"/>
              </a:lnSpc>
              <a:spcBef>
                <a:spcPts val="1772"/>
              </a:spcBef>
              <a:spcAft>
                <a:spcPts val="0"/>
              </a:spcAft>
              <a:buClr>
                <a:schemeClr val="dk1"/>
              </a:buClr>
              <a:buSzPts val="6378"/>
              <a:buNone/>
              <a:defRPr sz="6378"/>
            </a:lvl3pPr>
            <a:lvl4pPr lvl="3" algn="ctr">
              <a:lnSpc>
                <a:spcPct val="90000"/>
              </a:lnSpc>
              <a:spcBef>
                <a:spcPts val="1772"/>
              </a:spcBef>
              <a:spcAft>
                <a:spcPts val="0"/>
              </a:spcAft>
              <a:buClr>
                <a:schemeClr val="dk1"/>
              </a:buClr>
              <a:buSzPts val="5669"/>
              <a:buNone/>
              <a:defRPr sz="5669"/>
            </a:lvl4pPr>
            <a:lvl5pPr lvl="4" algn="ctr">
              <a:lnSpc>
                <a:spcPct val="90000"/>
              </a:lnSpc>
              <a:spcBef>
                <a:spcPts val="1772"/>
              </a:spcBef>
              <a:spcAft>
                <a:spcPts val="0"/>
              </a:spcAft>
              <a:buClr>
                <a:schemeClr val="dk1"/>
              </a:buClr>
              <a:buSzPts val="5669"/>
              <a:buNone/>
              <a:defRPr sz="5669"/>
            </a:lvl5pPr>
            <a:lvl6pPr lvl="5" algn="ctr">
              <a:lnSpc>
                <a:spcPct val="90000"/>
              </a:lnSpc>
              <a:spcBef>
                <a:spcPts val="1772"/>
              </a:spcBef>
              <a:spcAft>
                <a:spcPts val="0"/>
              </a:spcAft>
              <a:buClr>
                <a:schemeClr val="dk1"/>
              </a:buClr>
              <a:buSzPts val="5669"/>
              <a:buNone/>
              <a:defRPr sz="5669"/>
            </a:lvl6pPr>
            <a:lvl7pPr lvl="6" algn="ctr">
              <a:lnSpc>
                <a:spcPct val="90000"/>
              </a:lnSpc>
              <a:spcBef>
                <a:spcPts val="1772"/>
              </a:spcBef>
              <a:spcAft>
                <a:spcPts val="0"/>
              </a:spcAft>
              <a:buClr>
                <a:schemeClr val="dk1"/>
              </a:buClr>
              <a:buSzPts val="5669"/>
              <a:buNone/>
              <a:defRPr sz="5669"/>
            </a:lvl7pPr>
            <a:lvl8pPr lvl="7" algn="ctr">
              <a:lnSpc>
                <a:spcPct val="90000"/>
              </a:lnSpc>
              <a:spcBef>
                <a:spcPts val="1772"/>
              </a:spcBef>
              <a:spcAft>
                <a:spcPts val="0"/>
              </a:spcAft>
              <a:buClr>
                <a:schemeClr val="dk1"/>
              </a:buClr>
              <a:buSzPts val="5669"/>
              <a:buNone/>
              <a:defRPr sz="5669"/>
            </a:lvl8pPr>
            <a:lvl9pPr lvl="8" algn="ctr">
              <a:lnSpc>
                <a:spcPct val="90000"/>
              </a:lnSpc>
              <a:spcBef>
                <a:spcPts val="1772"/>
              </a:spcBef>
              <a:spcAft>
                <a:spcPts val="0"/>
              </a:spcAft>
              <a:buClr>
                <a:schemeClr val="dk1"/>
              </a:buClr>
              <a:buSzPts val="5669"/>
              <a:buNone/>
              <a:defRPr sz="5669"/>
            </a:lvl9pPr>
          </a:lstStyle>
          <a:p>
            <a:endParaRPr/>
          </a:p>
        </p:txBody>
      </p:sp>
      <p:sp>
        <p:nvSpPr>
          <p:cNvPr id="14" name="Google Shape;14;p3"/>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 name="Google Shape;15;p3"/>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 name="Google Shape;16;p3"/>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ítulo y objetos" type="obj">
  <p:cSld name="OBJECT">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2227451" y="2300044"/>
            <a:ext cx="27944386" cy="835012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4"/>
          <p:cNvSpPr txBox="1">
            <a:spLocks noGrp="1"/>
          </p:cNvSpPr>
          <p:nvPr>
            <p:ph type="body" idx="1"/>
          </p:nvPr>
        </p:nvSpPr>
        <p:spPr>
          <a:xfrm>
            <a:off x="2227451" y="11500170"/>
            <a:ext cx="27944386" cy="2741040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543"/>
              </a:spcBef>
              <a:spcAft>
                <a:spcPts val="0"/>
              </a:spcAft>
              <a:buClr>
                <a:schemeClr val="dk1"/>
              </a:buClr>
              <a:buSzPts val="1800"/>
              <a:buChar char="•"/>
              <a:defRPr/>
            </a:lvl1pPr>
            <a:lvl2pPr marL="914400" lvl="1" indent="-342900" algn="l">
              <a:lnSpc>
                <a:spcPct val="90000"/>
              </a:lnSpc>
              <a:spcBef>
                <a:spcPts val="1772"/>
              </a:spcBef>
              <a:spcAft>
                <a:spcPts val="0"/>
              </a:spcAft>
              <a:buClr>
                <a:schemeClr val="dk1"/>
              </a:buClr>
              <a:buSzPts val="1800"/>
              <a:buChar char="•"/>
              <a:defRPr/>
            </a:lvl2pPr>
            <a:lvl3pPr marL="1371600" lvl="2" indent="-342900" algn="l">
              <a:lnSpc>
                <a:spcPct val="90000"/>
              </a:lnSpc>
              <a:spcBef>
                <a:spcPts val="1772"/>
              </a:spcBef>
              <a:spcAft>
                <a:spcPts val="0"/>
              </a:spcAft>
              <a:buClr>
                <a:schemeClr val="dk1"/>
              </a:buClr>
              <a:buSzPts val="1800"/>
              <a:buChar char="•"/>
              <a:defRPr/>
            </a:lvl3pPr>
            <a:lvl4pPr marL="1828800" lvl="3" indent="-342900" algn="l">
              <a:lnSpc>
                <a:spcPct val="90000"/>
              </a:lnSpc>
              <a:spcBef>
                <a:spcPts val="1772"/>
              </a:spcBef>
              <a:spcAft>
                <a:spcPts val="0"/>
              </a:spcAft>
              <a:buClr>
                <a:schemeClr val="dk1"/>
              </a:buClr>
              <a:buSzPts val="1800"/>
              <a:buChar char="•"/>
              <a:defRPr/>
            </a:lvl4pPr>
            <a:lvl5pPr marL="2286000" lvl="4" indent="-342900" algn="l">
              <a:lnSpc>
                <a:spcPct val="90000"/>
              </a:lnSpc>
              <a:spcBef>
                <a:spcPts val="1772"/>
              </a:spcBef>
              <a:spcAft>
                <a:spcPts val="0"/>
              </a:spcAft>
              <a:buClr>
                <a:schemeClr val="dk1"/>
              </a:buClr>
              <a:buSzPts val="1800"/>
              <a:buChar char="•"/>
              <a:defRPr/>
            </a:lvl5pPr>
            <a:lvl6pPr marL="2743200" lvl="5" indent="-342900" algn="l">
              <a:lnSpc>
                <a:spcPct val="90000"/>
              </a:lnSpc>
              <a:spcBef>
                <a:spcPts val="1772"/>
              </a:spcBef>
              <a:spcAft>
                <a:spcPts val="0"/>
              </a:spcAft>
              <a:buClr>
                <a:schemeClr val="dk1"/>
              </a:buClr>
              <a:buSzPts val="1800"/>
              <a:buChar char="•"/>
              <a:defRPr/>
            </a:lvl6pPr>
            <a:lvl7pPr marL="3200400" lvl="6" indent="-342900" algn="l">
              <a:lnSpc>
                <a:spcPct val="90000"/>
              </a:lnSpc>
              <a:spcBef>
                <a:spcPts val="1772"/>
              </a:spcBef>
              <a:spcAft>
                <a:spcPts val="0"/>
              </a:spcAft>
              <a:buClr>
                <a:schemeClr val="dk1"/>
              </a:buClr>
              <a:buSzPts val="1800"/>
              <a:buChar char="•"/>
              <a:defRPr/>
            </a:lvl7pPr>
            <a:lvl8pPr marL="3657600" lvl="7" indent="-342900" algn="l">
              <a:lnSpc>
                <a:spcPct val="90000"/>
              </a:lnSpc>
              <a:spcBef>
                <a:spcPts val="1772"/>
              </a:spcBef>
              <a:spcAft>
                <a:spcPts val="0"/>
              </a:spcAft>
              <a:buClr>
                <a:schemeClr val="dk1"/>
              </a:buClr>
              <a:buSzPts val="1800"/>
              <a:buChar char="•"/>
              <a:defRPr/>
            </a:lvl8pPr>
            <a:lvl9pPr marL="4114800" lvl="8" indent="-342900" algn="l">
              <a:lnSpc>
                <a:spcPct val="90000"/>
              </a:lnSpc>
              <a:spcBef>
                <a:spcPts val="1772"/>
              </a:spcBef>
              <a:spcAft>
                <a:spcPts val="0"/>
              </a:spcAft>
              <a:buClr>
                <a:schemeClr val="dk1"/>
              </a:buClr>
              <a:buSzPts val="1800"/>
              <a:buChar char="•"/>
              <a:defRPr/>
            </a:lvl9pPr>
          </a:lstStyle>
          <a:p>
            <a:endParaRPr/>
          </a:p>
        </p:txBody>
      </p:sp>
      <p:sp>
        <p:nvSpPr>
          <p:cNvPr id="20" name="Google Shape;20;p4"/>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4"/>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4"/>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Encabezado de sección" type="secHead">
  <p:cSld name="SECTION_HEADER">
    <p:spTree>
      <p:nvGrpSpPr>
        <p:cNvPr id="1" name="Shape 23"/>
        <p:cNvGrpSpPr/>
        <p:nvPr/>
      </p:nvGrpSpPr>
      <p:grpSpPr>
        <a:xfrm>
          <a:off x="0" y="0"/>
          <a:ext cx="0" cy="0"/>
          <a:chOff x="0" y="0"/>
          <a:chExt cx="0" cy="0"/>
        </a:xfrm>
      </p:grpSpPr>
      <p:sp>
        <p:nvSpPr>
          <p:cNvPr id="24" name="Google Shape;24;p5"/>
          <p:cNvSpPr txBox="1">
            <a:spLocks noGrp="1"/>
          </p:cNvSpPr>
          <p:nvPr>
            <p:ph type="title"/>
          </p:nvPr>
        </p:nvSpPr>
        <p:spPr>
          <a:xfrm>
            <a:off x="2210578" y="10770172"/>
            <a:ext cx="27944386" cy="17970262"/>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1259"/>
              <a:buFont typeface="Calibri"/>
              <a:buNone/>
              <a:defRPr sz="21259"/>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5"/>
          <p:cNvSpPr txBox="1">
            <a:spLocks noGrp="1"/>
          </p:cNvSpPr>
          <p:nvPr>
            <p:ph type="body" idx="1"/>
          </p:nvPr>
        </p:nvSpPr>
        <p:spPr>
          <a:xfrm>
            <a:off x="2210578" y="28910440"/>
            <a:ext cx="27944386" cy="9450136"/>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3543"/>
              </a:spcBef>
              <a:spcAft>
                <a:spcPts val="0"/>
              </a:spcAft>
              <a:buClr>
                <a:schemeClr val="dk1"/>
              </a:buClr>
              <a:buSzPts val="8504"/>
              <a:buNone/>
              <a:defRPr sz="8504">
                <a:solidFill>
                  <a:schemeClr val="dk1"/>
                </a:solidFill>
              </a:defRPr>
            </a:lvl1pPr>
            <a:lvl2pPr marL="914400" lvl="1" indent="-228600" algn="l">
              <a:lnSpc>
                <a:spcPct val="90000"/>
              </a:lnSpc>
              <a:spcBef>
                <a:spcPts val="1772"/>
              </a:spcBef>
              <a:spcAft>
                <a:spcPts val="0"/>
              </a:spcAft>
              <a:buClr>
                <a:srgbClr val="888888"/>
              </a:buClr>
              <a:buSzPts val="7086"/>
              <a:buNone/>
              <a:defRPr sz="7086">
                <a:solidFill>
                  <a:srgbClr val="888888"/>
                </a:solidFill>
              </a:defRPr>
            </a:lvl2pPr>
            <a:lvl3pPr marL="1371600" lvl="2" indent="-228600" algn="l">
              <a:lnSpc>
                <a:spcPct val="90000"/>
              </a:lnSpc>
              <a:spcBef>
                <a:spcPts val="1772"/>
              </a:spcBef>
              <a:spcAft>
                <a:spcPts val="0"/>
              </a:spcAft>
              <a:buClr>
                <a:srgbClr val="888888"/>
              </a:buClr>
              <a:buSzPts val="6378"/>
              <a:buNone/>
              <a:defRPr sz="6378">
                <a:solidFill>
                  <a:srgbClr val="888888"/>
                </a:solidFill>
              </a:defRPr>
            </a:lvl3pPr>
            <a:lvl4pPr marL="1828800" lvl="3" indent="-228600" algn="l">
              <a:lnSpc>
                <a:spcPct val="90000"/>
              </a:lnSpc>
              <a:spcBef>
                <a:spcPts val="1772"/>
              </a:spcBef>
              <a:spcAft>
                <a:spcPts val="0"/>
              </a:spcAft>
              <a:buClr>
                <a:srgbClr val="888888"/>
              </a:buClr>
              <a:buSzPts val="5669"/>
              <a:buNone/>
              <a:defRPr sz="5669">
                <a:solidFill>
                  <a:srgbClr val="888888"/>
                </a:solidFill>
              </a:defRPr>
            </a:lvl4pPr>
            <a:lvl5pPr marL="2286000" lvl="4" indent="-228600" algn="l">
              <a:lnSpc>
                <a:spcPct val="90000"/>
              </a:lnSpc>
              <a:spcBef>
                <a:spcPts val="1772"/>
              </a:spcBef>
              <a:spcAft>
                <a:spcPts val="0"/>
              </a:spcAft>
              <a:buClr>
                <a:srgbClr val="888888"/>
              </a:buClr>
              <a:buSzPts val="5669"/>
              <a:buNone/>
              <a:defRPr sz="5669">
                <a:solidFill>
                  <a:srgbClr val="888888"/>
                </a:solidFill>
              </a:defRPr>
            </a:lvl5pPr>
            <a:lvl6pPr marL="2743200" lvl="5" indent="-228600" algn="l">
              <a:lnSpc>
                <a:spcPct val="90000"/>
              </a:lnSpc>
              <a:spcBef>
                <a:spcPts val="1772"/>
              </a:spcBef>
              <a:spcAft>
                <a:spcPts val="0"/>
              </a:spcAft>
              <a:buClr>
                <a:srgbClr val="888888"/>
              </a:buClr>
              <a:buSzPts val="5669"/>
              <a:buNone/>
              <a:defRPr sz="5669">
                <a:solidFill>
                  <a:srgbClr val="888888"/>
                </a:solidFill>
              </a:defRPr>
            </a:lvl6pPr>
            <a:lvl7pPr marL="3200400" lvl="6" indent="-228600" algn="l">
              <a:lnSpc>
                <a:spcPct val="90000"/>
              </a:lnSpc>
              <a:spcBef>
                <a:spcPts val="1772"/>
              </a:spcBef>
              <a:spcAft>
                <a:spcPts val="0"/>
              </a:spcAft>
              <a:buClr>
                <a:srgbClr val="888888"/>
              </a:buClr>
              <a:buSzPts val="5669"/>
              <a:buNone/>
              <a:defRPr sz="5669">
                <a:solidFill>
                  <a:srgbClr val="888888"/>
                </a:solidFill>
              </a:defRPr>
            </a:lvl7pPr>
            <a:lvl8pPr marL="3657600" lvl="7" indent="-228600" algn="l">
              <a:lnSpc>
                <a:spcPct val="90000"/>
              </a:lnSpc>
              <a:spcBef>
                <a:spcPts val="1772"/>
              </a:spcBef>
              <a:spcAft>
                <a:spcPts val="0"/>
              </a:spcAft>
              <a:buClr>
                <a:srgbClr val="888888"/>
              </a:buClr>
              <a:buSzPts val="5669"/>
              <a:buNone/>
              <a:defRPr sz="5669">
                <a:solidFill>
                  <a:srgbClr val="888888"/>
                </a:solidFill>
              </a:defRPr>
            </a:lvl8pPr>
            <a:lvl9pPr marL="4114800" lvl="8" indent="-228600" algn="l">
              <a:lnSpc>
                <a:spcPct val="90000"/>
              </a:lnSpc>
              <a:spcBef>
                <a:spcPts val="1772"/>
              </a:spcBef>
              <a:spcAft>
                <a:spcPts val="0"/>
              </a:spcAft>
              <a:buClr>
                <a:srgbClr val="888888"/>
              </a:buClr>
              <a:buSzPts val="5669"/>
              <a:buNone/>
              <a:defRPr sz="5669">
                <a:solidFill>
                  <a:srgbClr val="888888"/>
                </a:solidFill>
              </a:defRPr>
            </a:lvl9pPr>
          </a:lstStyle>
          <a:p>
            <a:endParaRPr/>
          </a:p>
        </p:txBody>
      </p:sp>
      <p:sp>
        <p:nvSpPr>
          <p:cNvPr id="26" name="Google Shape;26;p5"/>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5"/>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5"/>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s objetos" type="twoObj">
  <p:cSld name="TWO_OBJECTS">
    <p:spTree>
      <p:nvGrpSpPr>
        <p:cNvPr id="1" name="Shape 29"/>
        <p:cNvGrpSpPr/>
        <p:nvPr/>
      </p:nvGrpSpPr>
      <p:grpSpPr>
        <a:xfrm>
          <a:off x="0" y="0"/>
          <a:ext cx="0" cy="0"/>
          <a:chOff x="0" y="0"/>
          <a:chExt cx="0" cy="0"/>
        </a:xfrm>
      </p:grpSpPr>
      <p:sp>
        <p:nvSpPr>
          <p:cNvPr id="30" name="Google Shape;30;p6"/>
          <p:cNvSpPr txBox="1">
            <a:spLocks noGrp="1"/>
          </p:cNvSpPr>
          <p:nvPr>
            <p:ph type="title"/>
          </p:nvPr>
        </p:nvSpPr>
        <p:spPr>
          <a:xfrm>
            <a:off x="2227451" y="2300044"/>
            <a:ext cx="27944386" cy="835012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6"/>
          <p:cNvSpPr txBox="1">
            <a:spLocks noGrp="1"/>
          </p:cNvSpPr>
          <p:nvPr>
            <p:ph type="body" idx="1"/>
          </p:nvPr>
        </p:nvSpPr>
        <p:spPr>
          <a:xfrm>
            <a:off x="2227451" y="11500170"/>
            <a:ext cx="13769697" cy="2741040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543"/>
              </a:spcBef>
              <a:spcAft>
                <a:spcPts val="0"/>
              </a:spcAft>
              <a:buClr>
                <a:schemeClr val="dk1"/>
              </a:buClr>
              <a:buSzPts val="1800"/>
              <a:buChar char="•"/>
              <a:defRPr/>
            </a:lvl1pPr>
            <a:lvl2pPr marL="914400" lvl="1" indent="-342900" algn="l">
              <a:lnSpc>
                <a:spcPct val="90000"/>
              </a:lnSpc>
              <a:spcBef>
                <a:spcPts val="1772"/>
              </a:spcBef>
              <a:spcAft>
                <a:spcPts val="0"/>
              </a:spcAft>
              <a:buClr>
                <a:schemeClr val="dk1"/>
              </a:buClr>
              <a:buSzPts val="1800"/>
              <a:buChar char="•"/>
              <a:defRPr/>
            </a:lvl2pPr>
            <a:lvl3pPr marL="1371600" lvl="2" indent="-342900" algn="l">
              <a:lnSpc>
                <a:spcPct val="90000"/>
              </a:lnSpc>
              <a:spcBef>
                <a:spcPts val="1772"/>
              </a:spcBef>
              <a:spcAft>
                <a:spcPts val="0"/>
              </a:spcAft>
              <a:buClr>
                <a:schemeClr val="dk1"/>
              </a:buClr>
              <a:buSzPts val="1800"/>
              <a:buChar char="•"/>
              <a:defRPr/>
            </a:lvl3pPr>
            <a:lvl4pPr marL="1828800" lvl="3" indent="-342900" algn="l">
              <a:lnSpc>
                <a:spcPct val="90000"/>
              </a:lnSpc>
              <a:spcBef>
                <a:spcPts val="1772"/>
              </a:spcBef>
              <a:spcAft>
                <a:spcPts val="0"/>
              </a:spcAft>
              <a:buClr>
                <a:schemeClr val="dk1"/>
              </a:buClr>
              <a:buSzPts val="1800"/>
              <a:buChar char="•"/>
              <a:defRPr/>
            </a:lvl4pPr>
            <a:lvl5pPr marL="2286000" lvl="4" indent="-342900" algn="l">
              <a:lnSpc>
                <a:spcPct val="90000"/>
              </a:lnSpc>
              <a:spcBef>
                <a:spcPts val="1772"/>
              </a:spcBef>
              <a:spcAft>
                <a:spcPts val="0"/>
              </a:spcAft>
              <a:buClr>
                <a:schemeClr val="dk1"/>
              </a:buClr>
              <a:buSzPts val="1800"/>
              <a:buChar char="•"/>
              <a:defRPr/>
            </a:lvl5pPr>
            <a:lvl6pPr marL="2743200" lvl="5" indent="-342900" algn="l">
              <a:lnSpc>
                <a:spcPct val="90000"/>
              </a:lnSpc>
              <a:spcBef>
                <a:spcPts val="1772"/>
              </a:spcBef>
              <a:spcAft>
                <a:spcPts val="0"/>
              </a:spcAft>
              <a:buClr>
                <a:schemeClr val="dk1"/>
              </a:buClr>
              <a:buSzPts val="1800"/>
              <a:buChar char="•"/>
              <a:defRPr/>
            </a:lvl6pPr>
            <a:lvl7pPr marL="3200400" lvl="6" indent="-342900" algn="l">
              <a:lnSpc>
                <a:spcPct val="90000"/>
              </a:lnSpc>
              <a:spcBef>
                <a:spcPts val="1772"/>
              </a:spcBef>
              <a:spcAft>
                <a:spcPts val="0"/>
              </a:spcAft>
              <a:buClr>
                <a:schemeClr val="dk1"/>
              </a:buClr>
              <a:buSzPts val="1800"/>
              <a:buChar char="•"/>
              <a:defRPr/>
            </a:lvl7pPr>
            <a:lvl8pPr marL="3657600" lvl="7" indent="-342900" algn="l">
              <a:lnSpc>
                <a:spcPct val="90000"/>
              </a:lnSpc>
              <a:spcBef>
                <a:spcPts val="1772"/>
              </a:spcBef>
              <a:spcAft>
                <a:spcPts val="0"/>
              </a:spcAft>
              <a:buClr>
                <a:schemeClr val="dk1"/>
              </a:buClr>
              <a:buSzPts val="1800"/>
              <a:buChar char="•"/>
              <a:defRPr/>
            </a:lvl8pPr>
            <a:lvl9pPr marL="4114800" lvl="8" indent="-342900" algn="l">
              <a:lnSpc>
                <a:spcPct val="90000"/>
              </a:lnSpc>
              <a:spcBef>
                <a:spcPts val="1772"/>
              </a:spcBef>
              <a:spcAft>
                <a:spcPts val="0"/>
              </a:spcAft>
              <a:buClr>
                <a:schemeClr val="dk1"/>
              </a:buClr>
              <a:buSzPts val="1800"/>
              <a:buChar char="•"/>
              <a:defRPr/>
            </a:lvl9pPr>
          </a:lstStyle>
          <a:p>
            <a:endParaRPr/>
          </a:p>
        </p:txBody>
      </p:sp>
      <p:sp>
        <p:nvSpPr>
          <p:cNvPr id="32" name="Google Shape;32;p6"/>
          <p:cNvSpPr txBox="1">
            <a:spLocks noGrp="1"/>
          </p:cNvSpPr>
          <p:nvPr>
            <p:ph type="body" idx="2"/>
          </p:nvPr>
        </p:nvSpPr>
        <p:spPr>
          <a:xfrm>
            <a:off x="16402140" y="11500170"/>
            <a:ext cx="13769697" cy="2741040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543"/>
              </a:spcBef>
              <a:spcAft>
                <a:spcPts val="0"/>
              </a:spcAft>
              <a:buClr>
                <a:schemeClr val="dk1"/>
              </a:buClr>
              <a:buSzPts val="1800"/>
              <a:buChar char="•"/>
              <a:defRPr/>
            </a:lvl1pPr>
            <a:lvl2pPr marL="914400" lvl="1" indent="-342900" algn="l">
              <a:lnSpc>
                <a:spcPct val="90000"/>
              </a:lnSpc>
              <a:spcBef>
                <a:spcPts val="1772"/>
              </a:spcBef>
              <a:spcAft>
                <a:spcPts val="0"/>
              </a:spcAft>
              <a:buClr>
                <a:schemeClr val="dk1"/>
              </a:buClr>
              <a:buSzPts val="1800"/>
              <a:buChar char="•"/>
              <a:defRPr/>
            </a:lvl2pPr>
            <a:lvl3pPr marL="1371600" lvl="2" indent="-342900" algn="l">
              <a:lnSpc>
                <a:spcPct val="90000"/>
              </a:lnSpc>
              <a:spcBef>
                <a:spcPts val="1772"/>
              </a:spcBef>
              <a:spcAft>
                <a:spcPts val="0"/>
              </a:spcAft>
              <a:buClr>
                <a:schemeClr val="dk1"/>
              </a:buClr>
              <a:buSzPts val="1800"/>
              <a:buChar char="•"/>
              <a:defRPr/>
            </a:lvl3pPr>
            <a:lvl4pPr marL="1828800" lvl="3" indent="-342900" algn="l">
              <a:lnSpc>
                <a:spcPct val="90000"/>
              </a:lnSpc>
              <a:spcBef>
                <a:spcPts val="1772"/>
              </a:spcBef>
              <a:spcAft>
                <a:spcPts val="0"/>
              </a:spcAft>
              <a:buClr>
                <a:schemeClr val="dk1"/>
              </a:buClr>
              <a:buSzPts val="1800"/>
              <a:buChar char="•"/>
              <a:defRPr/>
            </a:lvl4pPr>
            <a:lvl5pPr marL="2286000" lvl="4" indent="-342900" algn="l">
              <a:lnSpc>
                <a:spcPct val="90000"/>
              </a:lnSpc>
              <a:spcBef>
                <a:spcPts val="1772"/>
              </a:spcBef>
              <a:spcAft>
                <a:spcPts val="0"/>
              </a:spcAft>
              <a:buClr>
                <a:schemeClr val="dk1"/>
              </a:buClr>
              <a:buSzPts val="1800"/>
              <a:buChar char="•"/>
              <a:defRPr/>
            </a:lvl5pPr>
            <a:lvl6pPr marL="2743200" lvl="5" indent="-342900" algn="l">
              <a:lnSpc>
                <a:spcPct val="90000"/>
              </a:lnSpc>
              <a:spcBef>
                <a:spcPts val="1772"/>
              </a:spcBef>
              <a:spcAft>
                <a:spcPts val="0"/>
              </a:spcAft>
              <a:buClr>
                <a:schemeClr val="dk1"/>
              </a:buClr>
              <a:buSzPts val="1800"/>
              <a:buChar char="•"/>
              <a:defRPr/>
            </a:lvl6pPr>
            <a:lvl7pPr marL="3200400" lvl="6" indent="-342900" algn="l">
              <a:lnSpc>
                <a:spcPct val="90000"/>
              </a:lnSpc>
              <a:spcBef>
                <a:spcPts val="1772"/>
              </a:spcBef>
              <a:spcAft>
                <a:spcPts val="0"/>
              </a:spcAft>
              <a:buClr>
                <a:schemeClr val="dk1"/>
              </a:buClr>
              <a:buSzPts val="1800"/>
              <a:buChar char="•"/>
              <a:defRPr/>
            </a:lvl7pPr>
            <a:lvl8pPr marL="3657600" lvl="7" indent="-342900" algn="l">
              <a:lnSpc>
                <a:spcPct val="90000"/>
              </a:lnSpc>
              <a:spcBef>
                <a:spcPts val="1772"/>
              </a:spcBef>
              <a:spcAft>
                <a:spcPts val="0"/>
              </a:spcAft>
              <a:buClr>
                <a:schemeClr val="dk1"/>
              </a:buClr>
              <a:buSzPts val="1800"/>
              <a:buChar char="•"/>
              <a:defRPr/>
            </a:lvl8pPr>
            <a:lvl9pPr marL="4114800" lvl="8" indent="-342900" algn="l">
              <a:lnSpc>
                <a:spcPct val="90000"/>
              </a:lnSpc>
              <a:spcBef>
                <a:spcPts val="1772"/>
              </a:spcBef>
              <a:spcAft>
                <a:spcPts val="0"/>
              </a:spcAft>
              <a:buClr>
                <a:schemeClr val="dk1"/>
              </a:buClr>
              <a:buSzPts val="1800"/>
              <a:buChar char="•"/>
              <a:defRPr/>
            </a:lvl9pPr>
          </a:lstStyle>
          <a:p>
            <a:endParaRPr/>
          </a:p>
        </p:txBody>
      </p:sp>
      <p:sp>
        <p:nvSpPr>
          <p:cNvPr id="33" name="Google Shape;33;p6"/>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6"/>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6"/>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ación" type="twoTxTwoObj">
  <p:cSld name="TWO_OBJECTS_WITH_TEXT">
    <p:spTree>
      <p:nvGrpSpPr>
        <p:cNvPr id="1" name="Shape 36"/>
        <p:cNvGrpSpPr/>
        <p:nvPr/>
      </p:nvGrpSpPr>
      <p:grpSpPr>
        <a:xfrm>
          <a:off x="0" y="0"/>
          <a:ext cx="0" cy="0"/>
          <a:chOff x="0" y="0"/>
          <a:chExt cx="0" cy="0"/>
        </a:xfrm>
      </p:grpSpPr>
      <p:sp>
        <p:nvSpPr>
          <p:cNvPr id="37" name="Google Shape;37;p7"/>
          <p:cNvSpPr txBox="1">
            <a:spLocks noGrp="1"/>
          </p:cNvSpPr>
          <p:nvPr>
            <p:ph type="title"/>
          </p:nvPr>
        </p:nvSpPr>
        <p:spPr>
          <a:xfrm>
            <a:off x="2231671" y="2300044"/>
            <a:ext cx="27944386" cy="835012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7"/>
          <p:cNvSpPr txBox="1">
            <a:spLocks noGrp="1"/>
          </p:cNvSpPr>
          <p:nvPr>
            <p:ph type="body" idx="1"/>
          </p:nvPr>
        </p:nvSpPr>
        <p:spPr>
          <a:xfrm>
            <a:off x="2231675" y="10590160"/>
            <a:ext cx="13706415" cy="5190073"/>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3543"/>
              </a:spcBef>
              <a:spcAft>
                <a:spcPts val="0"/>
              </a:spcAft>
              <a:buClr>
                <a:schemeClr val="dk1"/>
              </a:buClr>
              <a:buSzPts val="8504"/>
              <a:buNone/>
              <a:defRPr sz="8504" b="1"/>
            </a:lvl1pPr>
            <a:lvl2pPr marL="914400" lvl="1" indent="-228600" algn="l">
              <a:lnSpc>
                <a:spcPct val="90000"/>
              </a:lnSpc>
              <a:spcBef>
                <a:spcPts val="1772"/>
              </a:spcBef>
              <a:spcAft>
                <a:spcPts val="0"/>
              </a:spcAft>
              <a:buClr>
                <a:schemeClr val="dk1"/>
              </a:buClr>
              <a:buSzPts val="7086"/>
              <a:buNone/>
              <a:defRPr sz="7086" b="1"/>
            </a:lvl2pPr>
            <a:lvl3pPr marL="1371600" lvl="2" indent="-228600" algn="l">
              <a:lnSpc>
                <a:spcPct val="90000"/>
              </a:lnSpc>
              <a:spcBef>
                <a:spcPts val="1772"/>
              </a:spcBef>
              <a:spcAft>
                <a:spcPts val="0"/>
              </a:spcAft>
              <a:buClr>
                <a:schemeClr val="dk1"/>
              </a:buClr>
              <a:buSzPts val="6378"/>
              <a:buNone/>
              <a:defRPr sz="6378" b="1"/>
            </a:lvl3pPr>
            <a:lvl4pPr marL="1828800" lvl="3" indent="-228600" algn="l">
              <a:lnSpc>
                <a:spcPct val="90000"/>
              </a:lnSpc>
              <a:spcBef>
                <a:spcPts val="1772"/>
              </a:spcBef>
              <a:spcAft>
                <a:spcPts val="0"/>
              </a:spcAft>
              <a:buClr>
                <a:schemeClr val="dk1"/>
              </a:buClr>
              <a:buSzPts val="5669"/>
              <a:buNone/>
              <a:defRPr sz="5669" b="1"/>
            </a:lvl4pPr>
            <a:lvl5pPr marL="2286000" lvl="4" indent="-228600" algn="l">
              <a:lnSpc>
                <a:spcPct val="90000"/>
              </a:lnSpc>
              <a:spcBef>
                <a:spcPts val="1772"/>
              </a:spcBef>
              <a:spcAft>
                <a:spcPts val="0"/>
              </a:spcAft>
              <a:buClr>
                <a:schemeClr val="dk1"/>
              </a:buClr>
              <a:buSzPts val="5669"/>
              <a:buNone/>
              <a:defRPr sz="5669" b="1"/>
            </a:lvl5pPr>
            <a:lvl6pPr marL="2743200" lvl="5" indent="-228600" algn="l">
              <a:lnSpc>
                <a:spcPct val="90000"/>
              </a:lnSpc>
              <a:spcBef>
                <a:spcPts val="1772"/>
              </a:spcBef>
              <a:spcAft>
                <a:spcPts val="0"/>
              </a:spcAft>
              <a:buClr>
                <a:schemeClr val="dk1"/>
              </a:buClr>
              <a:buSzPts val="5669"/>
              <a:buNone/>
              <a:defRPr sz="5669" b="1"/>
            </a:lvl6pPr>
            <a:lvl7pPr marL="3200400" lvl="6" indent="-228600" algn="l">
              <a:lnSpc>
                <a:spcPct val="90000"/>
              </a:lnSpc>
              <a:spcBef>
                <a:spcPts val="1772"/>
              </a:spcBef>
              <a:spcAft>
                <a:spcPts val="0"/>
              </a:spcAft>
              <a:buClr>
                <a:schemeClr val="dk1"/>
              </a:buClr>
              <a:buSzPts val="5669"/>
              <a:buNone/>
              <a:defRPr sz="5669" b="1"/>
            </a:lvl7pPr>
            <a:lvl8pPr marL="3657600" lvl="7" indent="-228600" algn="l">
              <a:lnSpc>
                <a:spcPct val="90000"/>
              </a:lnSpc>
              <a:spcBef>
                <a:spcPts val="1772"/>
              </a:spcBef>
              <a:spcAft>
                <a:spcPts val="0"/>
              </a:spcAft>
              <a:buClr>
                <a:schemeClr val="dk1"/>
              </a:buClr>
              <a:buSzPts val="5669"/>
              <a:buNone/>
              <a:defRPr sz="5669" b="1"/>
            </a:lvl8pPr>
            <a:lvl9pPr marL="4114800" lvl="8" indent="-228600" algn="l">
              <a:lnSpc>
                <a:spcPct val="90000"/>
              </a:lnSpc>
              <a:spcBef>
                <a:spcPts val="1772"/>
              </a:spcBef>
              <a:spcAft>
                <a:spcPts val="0"/>
              </a:spcAft>
              <a:buClr>
                <a:schemeClr val="dk1"/>
              </a:buClr>
              <a:buSzPts val="5669"/>
              <a:buNone/>
              <a:defRPr sz="5669" b="1"/>
            </a:lvl9pPr>
          </a:lstStyle>
          <a:p>
            <a:endParaRPr/>
          </a:p>
        </p:txBody>
      </p:sp>
      <p:sp>
        <p:nvSpPr>
          <p:cNvPr id="39" name="Google Shape;39;p7"/>
          <p:cNvSpPr txBox="1">
            <a:spLocks noGrp="1"/>
          </p:cNvSpPr>
          <p:nvPr>
            <p:ph type="body" idx="2"/>
          </p:nvPr>
        </p:nvSpPr>
        <p:spPr>
          <a:xfrm>
            <a:off x="2231675" y="15780233"/>
            <a:ext cx="13706415" cy="2321034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543"/>
              </a:spcBef>
              <a:spcAft>
                <a:spcPts val="0"/>
              </a:spcAft>
              <a:buClr>
                <a:schemeClr val="dk1"/>
              </a:buClr>
              <a:buSzPts val="1800"/>
              <a:buChar char="•"/>
              <a:defRPr/>
            </a:lvl1pPr>
            <a:lvl2pPr marL="914400" lvl="1" indent="-342900" algn="l">
              <a:lnSpc>
                <a:spcPct val="90000"/>
              </a:lnSpc>
              <a:spcBef>
                <a:spcPts val="1772"/>
              </a:spcBef>
              <a:spcAft>
                <a:spcPts val="0"/>
              </a:spcAft>
              <a:buClr>
                <a:schemeClr val="dk1"/>
              </a:buClr>
              <a:buSzPts val="1800"/>
              <a:buChar char="•"/>
              <a:defRPr/>
            </a:lvl2pPr>
            <a:lvl3pPr marL="1371600" lvl="2" indent="-342900" algn="l">
              <a:lnSpc>
                <a:spcPct val="90000"/>
              </a:lnSpc>
              <a:spcBef>
                <a:spcPts val="1772"/>
              </a:spcBef>
              <a:spcAft>
                <a:spcPts val="0"/>
              </a:spcAft>
              <a:buClr>
                <a:schemeClr val="dk1"/>
              </a:buClr>
              <a:buSzPts val="1800"/>
              <a:buChar char="•"/>
              <a:defRPr/>
            </a:lvl3pPr>
            <a:lvl4pPr marL="1828800" lvl="3" indent="-342900" algn="l">
              <a:lnSpc>
                <a:spcPct val="90000"/>
              </a:lnSpc>
              <a:spcBef>
                <a:spcPts val="1772"/>
              </a:spcBef>
              <a:spcAft>
                <a:spcPts val="0"/>
              </a:spcAft>
              <a:buClr>
                <a:schemeClr val="dk1"/>
              </a:buClr>
              <a:buSzPts val="1800"/>
              <a:buChar char="•"/>
              <a:defRPr/>
            </a:lvl4pPr>
            <a:lvl5pPr marL="2286000" lvl="4" indent="-342900" algn="l">
              <a:lnSpc>
                <a:spcPct val="90000"/>
              </a:lnSpc>
              <a:spcBef>
                <a:spcPts val="1772"/>
              </a:spcBef>
              <a:spcAft>
                <a:spcPts val="0"/>
              </a:spcAft>
              <a:buClr>
                <a:schemeClr val="dk1"/>
              </a:buClr>
              <a:buSzPts val="1800"/>
              <a:buChar char="•"/>
              <a:defRPr/>
            </a:lvl5pPr>
            <a:lvl6pPr marL="2743200" lvl="5" indent="-342900" algn="l">
              <a:lnSpc>
                <a:spcPct val="90000"/>
              </a:lnSpc>
              <a:spcBef>
                <a:spcPts val="1772"/>
              </a:spcBef>
              <a:spcAft>
                <a:spcPts val="0"/>
              </a:spcAft>
              <a:buClr>
                <a:schemeClr val="dk1"/>
              </a:buClr>
              <a:buSzPts val="1800"/>
              <a:buChar char="•"/>
              <a:defRPr/>
            </a:lvl6pPr>
            <a:lvl7pPr marL="3200400" lvl="6" indent="-342900" algn="l">
              <a:lnSpc>
                <a:spcPct val="90000"/>
              </a:lnSpc>
              <a:spcBef>
                <a:spcPts val="1772"/>
              </a:spcBef>
              <a:spcAft>
                <a:spcPts val="0"/>
              </a:spcAft>
              <a:buClr>
                <a:schemeClr val="dk1"/>
              </a:buClr>
              <a:buSzPts val="1800"/>
              <a:buChar char="•"/>
              <a:defRPr/>
            </a:lvl7pPr>
            <a:lvl8pPr marL="3657600" lvl="7" indent="-342900" algn="l">
              <a:lnSpc>
                <a:spcPct val="90000"/>
              </a:lnSpc>
              <a:spcBef>
                <a:spcPts val="1772"/>
              </a:spcBef>
              <a:spcAft>
                <a:spcPts val="0"/>
              </a:spcAft>
              <a:buClr>
                <a:schemeClr val="dk1"/>
              </a:buClr>
              <a:buSzPts val="1800"/>
              <a:buChar char="•"/>
              <a:defRPr/>
            </a:lvl8pPr>
            <a:lvl9pPr marL="4114800" lvl="8" indent="-342900" algn="l">
              <a:lnSpc>
                <a:spcPct val="90000"/>
              </a:lnSpc>
              <a:spcBef>
                <a:spcPts val="1772"/>
              </a:spcBef>
              <a:spcAft>
                <a:spcPts val="0"/>
              </a:spcAft>
              <a:buClr>
                <a:schemeClr val="dk1"/>
              </a:buClr>
              <a:buSzPts val="1800"/>
              <a:buChar char="•"/>
              <a:defRPr/>
            </a:lvl9pPr>
          </a:lstStyle>
          <a:p>
            <a:endParaRPr/>
          </a:p>
        </p:txBody>
      </p:sp>
      <p:sp>
        <p:nvSpPr>
          <p:cNvPr id="40" name="Google Shape;40;p7"/>
          <p:cNvSpPr txBox="1">
            <a:spLocks noGrp="1"/>
          </p:cNvSpPr>
          <p:nvPr>
            <p:ph type="body" idx="3"/>
          </p:nvPr>
        </p:nvSpPr>
        <p:spPr>
          <a:xfrm>
            <a:off x="16402142" y="10590160"/>
            <a:ext cx="13773917" cy="5190073"/>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3543"/>
              </a:spcBef>
              <a:spcAft>
                <a:spcPts val="0"/>
              </a:spcAft>
              <a:buClr>
                <a:schemeClr val="dk1"/>
              </a:buClr>
              <a:buSzPts val="8504"/>
              <a:buNone/>
              <a:defRPr sz="8504" b="1"/>
            </a:lvl1pPr>
            <a:lvl2pPr marL="914400" lvl="1" indent="-228600" algn="l">
              <a:lnSpc>
                <a:spcPct val="90000"/>
              </a:lnSpc>
              <a:spcBef>
                <a:spcPts val="1772"/>
              </a:spcBef>
              <a:spcAft>
                <a:spcPts val="0"/>
              </a:spcAft>
              <a:buClr>
                <a:schemeClr val="dk1"/>
              </a:buClr>
              <a:buSzPts val="7086"/>
              <a:buNone/>
              <a:defRPr sz="7086" b="1"/>
            </a:lvl2pPr>
            <a:lvl3pPr marL="1371600" lvl="2" indent="-228600" algn="l">
              <a:lnSpc>
                <a:spcPct val="90000"/>
              </a:lnSpc>
              <a:spcBef>
                <a:spcPts val="1772"/>
              </a:spcBef>
              <a:spcAft>
                <a:spcPts val="0"/>
              </a:spcAft>
              <a:buClr>
                <a:schemeClr val="dk1"/>
              </a:buClr>
              <a:buSzPts val="6378"/>
              <a:buNone/>
              <a:defRPr sz="6378" b="1"/>
            </a:lvl3pPr>
            <a:lvl4pPr marL="1828800" lvl="3" indent="-228600" algn="l">
              <a:lnSpc>
                <a:spcPct val="90000"/>
              </a:lnSpc>
              <a:spcBef>
                <a:spcPts val="1772"/>
              </a:spcBef>
              <a:spcAft>
                <a:spcPts val="0"/>
              </a:spcAft>
              <a:buClr>
                <a:schemeClr val="dk1"/>
              </a:buClr>
              <a:buSzPts val="5669"/>
              <a:buNone/>
              <a:defRPr sz="5669" b="1"/>
            </a:lvl4pPr>
            <a:lvl5pPr marL="2286000" lvl="4" indent="-228600" algn="l">
              <a:lnSpc>
                <a:spcPct val="90000"/>
              </a:lnSpc>
              <a:spcBef>
                <a:spcPts val="1772"/>
              </a:spcBef>
              <a:spcAft>
                <a:spcPts val="0"/>
              </a:spcAft>
              <a:buClr>
                <a:schemeClr val="dk1"/>
              </a:buClr>
              <a:buSzPts val="5669"/>
              <a:buNone/>
              <a:defRPr sz="5669" b="1"/>
            </a:lvl5pPr>
            <a:lvl6pPr marL="2743200" lvl="5" indent="-228600" algn="l">
              <a:lnSpc>
                <a:spcPct val="90000"/>
              </a:lnSpc>
              <a:spcBef>
                <a:spcPts val="1772"/>
              </a:spcBef>
              <a:spcAft>
                <a:spcPts val="0"/>
              </a:spcAft>
              <a:buClr>
                <a:schemeClr val="dk1"/>
              </a:buClr>
              <a:buSzPts val="5669"/>
              <a:buNone/>
              <a:defRPr sz="5669" b="1"/>
            </a:lvl6pPr>
            <a:lvl7pPr marL="3200400" lvl="6" indent="-228600" algn="l">
              <a:lnSpc>
                <a:spcPct val="90000"/>
              </a:lnSpc>
              <a:spcBef>
                <a:spcPts val="1772"/>
              </a:spcBef>
              <a:spcAft>
                <a:spcPts val="0"/>
              </a:spcAft>
              <a:buClr>
                <a:schemeClr val="dk1"/>
              </a:buClr>
              <a:buSzPts val="5669"/>
              <a:buNone/>
              <a:defRPr sz="5669" b="1"/>
            </a:lvl7pPr>
            <a:lvl8pPr marL="3657600" lvl="7" indent="-228600" algn="l">
              <a:lnSpc>
                <a:spcPct val="90000"/>
              </a:lnSpc>
              <a:spcBef>
                <a:spcPts val="1772"/>
              </a:spcBef>
              <a:spcAft>
                <a:spcPts val="0"/>
              </a:spcAft>
              <a:buClr>
                <a:schemeClr val="dk1"/>
              </a:buClr>
              <a:buSzPts val="5669"/>
              <a:buNone/>
              <a:defRPr sz="5669" b="1"/>
            </a:lvl8pPr>
            <a:lvl9pPr marL="4114800" lvl="8" indent="-228600" algn="l">
              <a:lnSpc>
                <a:spcPct val="90000"/>
              </a:lnSpc>
              <a:spcBef>
                <a:spcPts val="1772"/>
              </a:spcBef>
              <a:spcAft>
                <a:spcPts val="0"/>
              </a:spcAft>
              <a:buClr>
                <a:schemeClr val="dk1"/>
              </a:buClr>
              <a:buSzPts val="5669"/>
              <a:buNone/>
              <a:defRPr sz="5669" b="1"/>
            </a:lvl9pPr>
          </a:lstStyle>
          <a:p>
            <a:endParaRPr/>
          </a:p>
        </p:txBody>
      </p:sp>
      <p:sp>
        <p:nvSpPr>
          <p:cNvPr id="41" name="Google Shape;41;p7"/>
          <p:cNvSpPr txBox="1">
            <a:spLocks noGrp="1"/>
          </p:cNvSpPr>
          <p:nvPr>
            <p:ph type="body" idx="4"/>
          </p:nvPr>
        </p:nvSpPr>
        <p:spPr>
          <a:xfrm>
            <a:off x="16402142" y="15780233"/>
            <a:ext cx="13773917" cy="2321034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543"/>
              </a:spcBef>
              <a:spcAft>
                <a:spcPts val="0"/>
              </a:spcAft>
              <a:buClr>
                <a:schemeClr val="dk1"/>
              </a:buClr>
              <a:buSzPts val="1800"/>
              <a:buChar char="•"/>
              <a:defRPr/>
            </a:lvl1pPr>
            <a:lvl2pPr marL="914400" lvl="1" indent="-342900" algn="l">
              <a:lnSpc>
                <a:spcPct val="90000"/>
              </a:lnSpc>
              <a:spcBef>
                <a:spcPts val="1772"/>
              </a:spcBef>
              <a:spcAft>
                <a:spcPts val="0"/>
              </a:spcAft>
              <a:buClr>
                <a:schemeClr val="dk1"/>
              </a:buClr>
              <a:buSzPts val="1800"/>
              <a:buChar char="•"/>
              <a:defRPr/>
            </a:lvl2pPr>
            <a:lvl3pPr marL="1371600" lvl="2" indent="-342900" algn="l">
              <a:lnSpc>
                <a:spcPct val="90000"/>
              </a:lnSpc>
              <a:spcBef>
                <a:spcPts val="1772"/>
              </a:spcBef>
              <a:spcAft>
                <a:spcPts val="0"/>
              </a:spcAft>
              <a:buClr>
                <a:schemeClr val="dk1"/>
              </a:buClr>
              <a:buSzPts val="1800"/>
              <a:buChar char="•"/>
              <a:defRPr/>
            </a:lvl3pPr>
            <a:lvl4pPr marL="1828800" lvl="3" indent="-342900" algn="l">
              <a:lnSpc>
                <a:spcPct val="90000"/>
              </a:lnSpc>
              <a:spcBef>
                <a:spcPts val="1772"/>
              </a:spcBef>
              <a:spcAft>
                <a:spcPts val="0"/>
              </a:spcAft>
              <a:buClr>
                <a:schemeClr val="dk1"/>
              </a:buClr>
              <a:buSzPts val="1800"/>
              <a:buChar char="•"/>
              <a:defRPr/>
            </a:lvl4pPr>
            <a:lvl5pPr marL="2286000" lvl="4" indent="-342900" algn="l">
              <a:lnSpc>
                <a:spcPct val="90000"/>
              </a:lnSpc>
              <a:spcBef>
                <a:spcPts val="1772"/>
              </a:spcBef>
              <a:spcAft>
                <a:spcPts val="0"/>
              </a:spcAft>
              <a:buClr>
                <a:schemeClr val="dk1"/>
              </a:buClr>
              <a:buSzPts val="1800"/>
              <a:buChar char="•"/>
              <a:defRPr/>
            </a:lvl5pPr>
            <a:lvl6pPr marL="2743200" lvl="5" indent="-342900" algn="l">
              <a:lnSpc>
                <a:spcPct val="90000"/>
              </a:lnSpc>
              <a:spcBef>
                <a:spcPts val="1772"/>
              </a:spcBef>
              <a:spcAft>
                <a:spcPts val="0"/>
              </a:spcAft>
              <a:buClr>
                <a:schemeClr val="dk1"/>
              </a:buClr>
              <a:buSzPts val="1800"/>
              <a:buChar char="•"/>
              <a:defRPr/>
            </a:lvl6pPr>
            <a:lvl7pPr marL="3200400" lvl="6" indent="-342900" algn="l">
              <a:lnSpc>
                <a:spcPct val="90000"/>
              </a:lnSpc>
              <a:spcBef>
                <a:spcPts val="1772"/>
              </a:spcBef>
              <a:spcAft>
                <a:spcPts val="0"/>
              </a:spcAft>
              <a:buClr>
                <a:schemeClr val="dk1"/>
              </a:buClr>
              <a:buSzPts val="1800"/>
              <a:buChar char="•"/>
              <a:defRPr/>
            </a:lvl7pPr>
            <a:lvl8pPr marL="3657600" lvl="7" indent="-342900" algn="l">
              <a:lnSpc>
                <a:spcPct val="90000"/>
              </a:lnSpc>
              <a:spcBef>
                <a:spcPts val="1772"/>
              </a:spcBef>
              <a:spcAft>
                <a:spcPts val="0"/>
              </a:spcAft>
              <a:buClr>
                <a:schemeClr val="dk1"/>
              </a:buClr>
              <a:buSzPts val="1800"/>
              <a:buChar char="•"/>
              <a:defRPr/>
            </a:lvl8pPr>
            <a:lvl9pPr marL="4114800" lvl="8" indent="-342900" algn="l">
              <a:lnSpc>
                <a:spcPct val="90000"/>
              </a:lnSpc>
              <a:spcBef>
                <a:spcPts val="1772"/>
              </a:spcBef>
              <a:spcAft>
                <a:spcPts val="0"/>
              </a:spcAft>
              <a:buClr>
                <a:schemeClr val="dk1"/>
              </a:buClr>
              <a:buSzPts val="1800"/>
              <a:buChar char="•"/>
              <a:defRPr/>
            </a:lvl9pPr>
          </a:lstStyle>
          <a:p>
            <a:endParaRPr/>
          </a:p>
        </p:txBody>
      </p:sp>
      <p:sp>
        <p:nvSpPr>
          <p:cNvPr id="42" name="Google Shape;42;p7"/>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7"/>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7"/>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Solo el título" type="titleOnly">
  <p:cSld name="TITLE_ONLY">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2227451" y="2300044"/>
            <a:ext cx="27944386" cy="835012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8"/>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8"/>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8"/>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En blanco" type="blank">
  <p:cSld name="BLANK">
    <p:spTree>
      <p:nvGrpSpPr>
        <p:cNvPr id="1" name="Shape 50"/>
        <p:cNvGrpSpPr/>
        <p:nvPr/>
      </p:nvGrpSpPr>
      <p:grpSpPr>
        <a:xfrm>
          <a:off x="0" y="0"/>
          <a:ext cx="0" cy="0"/>
          <a:chOff x="0" y="0"/>
          <a:chExt cx="0" cy="0"/>
        </a:xfrm>
      </p:grpSpPr>
      <p:sp>
        <p:nvSpPr>
          <p:cNvPr id="51" name="Google Shape;51;p9"/>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9"/>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9"/>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ido con título" type="objTx">
  <p:cSld name="OBJECT_WITH_CAPTION_TEXT">
    <p:spTree>
      <p:nvGrpSpPr>
        <p:cNvPr id="1" name="Shape 54"/>
        <p:cNvGrpSpPr/>
        <p:nvPr/>
      </p:nvGrpSpPr>
      <p:grpSpPr>
        <a:xfrm>
          <a:off x="0" y="0"/>
          <a:ext cx="0" cy="0"/>
          <a:chOff x="0" y="0"/>
          <a:chExt cx="0" cy="0"/>
        </a:xfrm>
      </p:grpSpPr>
      <p:sp>
        <p:nvSpPr>
          <p:cNvPr id="55" name="Google Shape;55;p10"/>
          <p:cNvSpPr txBox="1">
            <a:spLocks noGrp="1"/>
          </p:cNvSpPr>
          <p:nvPr>
            <p:ph type="title"/>
          </p:nvPr>
        </p:nvSpPr>
        <p:spPr>
          <a:xfrm>
            <a:off x="2231671" y="2880042"/>
            <a:ext cx="10449614" cy="100801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1338"/>
              <a:buFont typeface="Calibri"/>
              <a:buNone/>
              <a:defRPr sz="11338"/>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10"/>
          <p:cNvSpPr txBox="1">
            <a:spLocks noGrp="1"/>
          </p:cNvSpPr>
          <p:nvPr>
            <p:ph type="body" idx="1"/>
          </p:nvPr>
        </p:nvSpPr>
        <p:spPr>
          <a:xfrm>
            <a:off x="13773917" y="6220102"/>
            <a:ext cx="16402140" cy="30700453"/>
          </a:xfrm>
          <a:prstGeom prst="rect">
            <a:avLst/>
          </a:prstGeom>
          <a:noFill/>
          <a:ln>
            <a:noFill/>
          </a:ln>
        </p:spPr>
        <p:txBody>
          <a:bodyPr spcFirstLastPara="1" wrap="square" lIns="91425" tIns="45700" rIns="91425" bIns="45700" anchor="t" anchorCtr="0">
            <a:normAutofit/>
          </a:bodyPr>
          <a:lstStyle>
            <a:lvl1pPr marL="457200" lvl="0" indent="-948563" algn="l">
              <a:lnSpc>
                <a:spcPct val="90000"/>
              </a:lnSpc>
              <a:spcBef>
                <a:spcPts val="3543"/>
              </a:spcBef>
              <a:spcAft>
                <a:spcPts val="0"/>
              </a:spcAft>
              <a:buClr>
                <a:schemeClr val="dk1"/>
              </a:buClr>
              <a:buSzPts val="11338"/>
              <a:buChar char="•"/>
              <a:defRPr sz="11338"/>
            </a:lvl1pPr>
            <a:lvl2pPr marL="914400" lvl="1" indent="-858583" algn="l">
              <a:lnSpc>
                <a:spcPct val="90000"/>
              </a:lnSpc>
              <a:spcBef>
                <a:spcPts val="1772"/>
              </a:spcBef>
              <a:spcAft>
                <a:spcPts val="0"/>
              </a:spcAft>
              <a:buClr>
                <a:schemeClr val="dk1"/>
              </a:buClr>
              <a:buSzPts val="9921"/>
              <a:buChar char="•"/>
              <a:defRPr sz="9921"/>
            </a:lvl2pPr>
            <a:lvl3pPr marL="1371600" lvl="2" indent="-768604" algn="l">
              <a:lnSpc>
                <a:spcPct val="90000"/>
              </a:lnSpc>
              <a:spcBef>
                <a:spcPts val="1772"/>
              </a:spcBef>
              <a:spcAft>
                <a:spcPts val="0"/>
              </a:spcAft>
              <a:buClr>
                <a:schemeClr val="dk1"/>
              </a:buClr>
              <a:buSzPts val="8504"/>
              <a:buChar char="•"/>
              <a:defRPr sz="8504"/>
            </a:lvl3pPr>
            <a:lvl4pPr marL="1828800" lvl="3" indent="-678561" algn="l">
              <a:lnSpc>
                <a:spcPct val="90000"/>
              </a:lnSpc>
              <a:spcBef>
                <a:spcPts val="1772"/>
              </a:spcBef>
              <a:spcAft>
                <a:spcPts val="0"/>
              </a:spcAft>
              <a:buClr>
                <a:schemeClr val="dk1"/>
              </a:buClr>
              <a:buSzPts val="7086"/>
              <a:buChar char="•"/>
              <a:defRPr sz="7086"/>
            </a:lvl4pPr>
            <a:lvl5pPr marL="2286000" lvl="4" indent="-678561" algn="l">
              <a:lnSpc>
                <a:spcPct val="90000"/>
              </a:lnSpc>
              <a:spcBef>
                <a:spcPts val="1772"/>
              </a:spcBef>
              <a:spcAft>
                <a:spcPts val="0"/>
              </a:spcAft>
              <a:buClr>
                <a:schemeClr val="dk1"/>
              </a:buClr>
              <a:buSzPts val="7086"/>
              <a:buChar char="•"/>
              <a:defRPr sz="7086"/>
            </a:lvl5pPr>
            <a:lvl6pPr marL="2743200" lvl="5" indent="-678560" algn="l">
              <a:lnSpc>
                <a:spcPct val="90000"/>
              </a:lnSpc>
              <a:spcBef>
                <a:spcPts val="1772"/>
              </a:spcBef>
              <a:spcAft>
                <a:spcPts val="0"/>
              </a:spcAft>
              <a:buClr>
                <a:schemeClr val="dk1"/>
              </a:buClr>
              <a:buSzPts val="7086"/>
              <a:buChar char="•"/>
              <a:defRPr sz="7086"/>
            </a:lvl6pPr>
            <a:lvl7pPr marL="3200400" lvl="6" indent="-678560" algn="l">
              <a:lnSpc>
                <a:spcPct val="90000"/>
              </a:lnSpc>
              <a:spcBef>
                <a:spcPts val="1772"/>
              </a:spcBef>
              <a:spcAft>
                <a:spcPts val="0"/>
              </a:spcAft>
              <a:buClr>
                <a:schemeClr val="dk1"/>
              </a:buClr>
              <a:buSzPts val="7086"/>
              <a:buChar char="•"/>
              <a:defRPr sz="7086"/>
            </a:lvl7pPr>
            <a:lvl8pPr marL="3657600" lvl="7" indent="-678560" algn="l">
              <a:lnSpc>
                <a:spcPct val="90000"/>
              </a:lnSpc>
              <a:spcBef>
                <a:spcPts val="1772"/>
              </a:spcBef>
              <a:spcAft>
                <a:spcPts val="0"/>
              </a:spcAft>
              <a:buClr>
                <a:schemeClr val="dk1"/>
              </a:buClr>
              <a:buSzPts val="7086"/>
              <a:buChar char="•"/>
              <a:defRPr sz="7086"/>
            </a:lvl8pPr>
            <a:lvl9pPr marL="4114800" lvl="8" indent="-678560" algn="l">
              <a:lnSpc>
                <a:spcPct val="90000"/>
              </a:lnSpc>
              <a:spcBef>
                <a:spcPts val="1772"/>
              </a:spcBef>
              <a:spcAft>
                <a:spcPts val="0"/>
              </a:spcAft>
              <a:buClr>
                <a:schemeClr val="dk1"/>
              </a:buClr>
              <a:buSzPts val="7086"/>
              <a:buChar char="•"/>
              <a:defRPr sz="7086"/>
            </a:lvl9pPr>
          </a:lstStyle>
          <a:p>
            <a:endParaRPr/>
          </a:p>
        </p:txBody>
      </p:sp>
      <p:sp>
        <p:nvSpPr>
          <p:cNvPr id="57" name="Google Shape;57;p10"/>
          <p:cNvSpPr txBox="1">
            <a:spLocks noGrp="1"/>
          </p:cNvSpPr>
          <p:nvPr>
            <p:ph type="body" idx="2"/>
          </p:nvPr>
        </p:nvSpPr>
        <p:spPr>
          <a:xfrm>
            <a:off x="2231671" y="12960191"/>
            <a:ext cx="10449614" cy="2401035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3543"/>
              </a:spcBef>
              <a:spcAft>
                <a:spcPts val="0"/>
              </a:spcAft>
              <a:buClr>
                <a:schemeClr val="dk1"/>
              </a:buClr>
              <a:buSzPts val="5669"/>
              <a:buNone/>
              <a:defRPr sz="5669"/>
            </a:lvl1pPr>
            <a:lvl2pPr marL="914400" lvl="1" indent="-228600" algn="l">
              <a:lnSpc>
                <a:spcPct val="90000"/>
              </a:lnSpc>
              <a:spcBef>
                <a:spcPts val="1772"/>
              </a:spcBef>
              <a:spcAft>
                <a:spcPts val="0"/>
              </a:spcAft>
              <a:buClr>
                <a:schemeClr val="dk1"/>
              </a:buClr>
              <a:buSzPts val="4960"/>
              <a:buNone/>
              <a:defRPr sz="4960"/>
            </a:lvl2pPr>
            <a:lvl3pPr marL="1371600" lvl="2" indent="-228600" algn="l">
              <a:lnSpc>
                <a:spcPct val="90000"/>
              </a:lnSpc>
              <a:spcBef>
                <a:spcPts val="1772"/>
              </a:spcBef>
              <a:spcAft>
                <a:spcPts val="0"/>
              </a:spcAft>
              <a:buClr>
                <a:schemeClr val="dk1"/>
              </a:buClr>
              <a:buSzPts val="4252"/>
              <a:buNone/>
              <a:defRPr sz="4252"/>
            </a:lvl3pPr>
            <a:lvl4pPr marL="1828800" lvl="3" indent="-228600" algn="l">
              <a:lnSpc>
                <a:spcPct val="90000"/>
              </a:lnSpc>
              <a:spcBef>
                <a:spcPts val="1772"/>
              </a:spcBef>
              <a:spcAft>
                <a:spcPts val="0"/>
              </a:spcAft>
              <a:buClr>
                <a:schemeClr val="dk1"/>
              </a:buClr>
              <a:buSzPts val="3543"/>
              <a:buNone/>
              <a:defRPr sz="3543"/>
            </a:lvl4pPr>
            <a:lvl5pPr marL="2286000" lvl="4" indent="-228600" algn="l">
              <a:lnSpc>
                <a:spcPct val="90000"/>
              </a:lnSpc>
              <a:spcBef>
                <a:spcPts val="1772"/>
              </a:spcBef>
              <a:spcAft>
                <a:spcPts val="0"/>
              </a:spcAft>
              <a:buClr>
                <a:schemeClr val="dk1"/>
              </a:buClr>
              <a:buSzPts val="3543"/>
              <a:buNone/>
              <a:defRPr sz="3543"/>
            </a:lvl5pPr>
            <a:lvl6pPr marL="2743200" lvl="5" indent="-228600" algn="l">
              <a:lnSpc>
                <a:spcPct val="90000"/>
              </a:lnSpc>
              <a:spcBef>
                <a:spcPts val="1772"/>
              </a:spcBef>
              <a:spcAft>
                <a:spcPts val="0"/>
              </a:spcAft>
              <a:buClr>
                <a:schemeClr val="dk1"/>
              </a:buClr>
              <a:buSzPts val="3543"/>
              <a:buNone/>
              <a:defRPr sz="3543"/>
            </a:lvl6pPr>
            <a:lvl7pPr marL="3200400" lvl="6" indent="-228600" algn="l">
              <a:lnSpc>
                <a:spcPct val="90000"/>
              </a:lnSpc>
              <a:spcBef>
                <a:spcPts val="1772"/>
              </a:spcBef>
              <a:spcAft>
                <a:spcPts val="0"/>
              </a:spcAft>
              <a:buClr>
                <a:schemeClr val="dk1"/>
              </a:buClr>
              <a:buSzPts val="3543"/>
              <a:buNone/>
              <a:defRPr sz="3543"/>
            </a:lvl7pPr>
            <a:lvl8pPr marL="3657600" lvl="7" indent="-228600" algn="l">
              <a:lnSpc>
                <a:spcPct val="90000"/>
              </a:lnSpc>
              <a:spcBef>
                <a:spcPts val="1772"/>
              </a:spcBef>
              <a:spcAft>
                <a:spcPts val="0"/>
              </a:spcAft>
              <a:buClr>
                <a:schemeClr val="dk1"/>
              </a:buClr>
              <a:buSzPts val="3543"/>
              <a:buNone/>
              <a:defRPr sz="3543"/>
            </a:lvl8pPr>
            <a:lvl9pPr marL="4114800" lvl="8" indent="-228600" algn="l">
              <a:lnSpc>
                <a:spcPct val="90000"/>
              </a:lnSpc>
              <a:spcBef>
                <a:spcPts val="1772"/>
              </a:spcBef>
              <a:spcAft>
                <a:spcPts val="0"/>
              </a:spcAft>
              <a:buClr>
                <a:schemeClr val="dk1"/>
              </a:buClr>
              <a:buSzPts val="3543"/>
              <a:buNone/>
              <a:defRPr sz="3543"/>
            </a:lvl9pPr>
          </a:lstStyle>
          <a:p>
            <a:endParaRPr/>
          </a:p>
        </p:txBody>
      </p:sp>
      <p:sp>
        <p:nvSpPr>
          <p:cNvPr id="58" name="Google Shape;58;p10"/>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10"/>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10"/>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magen con título" type="picTx">
  <p:cSld name="PICTURE_WITH_CAPTION_TEXT">
    <p:spTree>
      <p:nvGrpSpPr>
        <p:cNvPr id="1" name="Shape 61"/>
        <p:cNvGrpSpPr/>
        <p:nvPr/>
      </p:nvGrpSpPr>
      <p:grpSpPr>
        <a:xfrm>
          <a:off x="0" y="0"/>
          <a:ext cx="0" cy="0"/>
          <a:chOff x="0" y="0"/>
          <a:chExt cx="0" cy="0"/>
        </a:xfrm>
      </p:grpSpPr>
      <p:sp>
        <p:nvSpPr>
          <p:cNvPr id="62" name="Google Shape;62;p11"/>
          <p:cNvSpPr txBox="1">
            <a:spLocks noGrp="1"/>
          </p:cNvSpPr>
          <p:nvPr>
            <p:ph type="title"/>
          </p:nvPr>
        </p:nvSpPr>
        <p:spPr>
          <a:xfrm>
            <a:off x="2231671" y="2880042"/>
            <a:ext cx="10449614" cy="10080149"/>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11338"/>
              <a:buFont typeface="Calibri"/>
              <a:buNone/>
              <a:defRPr sz="11338"/>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11"/>
          <p:cNvSpPr>
            <a:spLocks noGrp="1"/>
          </p:cNvSpPr>
          <p:nvPr>
            <p:ph type="pic" idx="2"/>
          </p:nvPr>
        </p:nvSpPr>
        <p:spPr>
          <a:xfrm>
            <a:off x="13773917" y="6220102"/>
            <a:ext cx="16402140" cy="30700453"/>
          </a:xfrm>
          <a:prstGeom prst="rect">
            <a:avLst/>
          </a:prstGeom>
          <a:noFill/>
          <a:ln>
            <a:noFill/>
          </a:ln>
        </p:spPr>
      </p:sp>
      <p:sp>
        <p:nvSpPr>
          <p:cNvPr id="64" name="Google Shape;64;p11"/>
          <p:cNvSpPr txBox="1">
            <a:spLocks noGrp="1"/>
          </p:cNvSpPr>
          <p:nvPr>
            <p:ph type="body" idx="1"/>
          </p:nvPr>
        </p:nvSpPr>
        <p:spPr>
          <a:xfrm>
            <a:off x="2231671" y="12960191"/>
            <a:ext cx="10449614" cy="2401035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3543"/>
              </a:spcBef>
              <a:spcAft>
                <a:spcPts val="0"/>
              </a:spcAft>
              <a:buClr>
                <a:schemeClr val="dk1"/>
              </a:buClr>
              <a:buSzPts val="5669"/>
              <a:buNone/>
              <a:defRPr sz="5669"/>
            </a:lvl1pPr>
            <a:lvl2pPr marL="914400" lvl="1" indent="-228600" algn="l">
              <a:lnSpc>
                <a:spcPct val="90000"/>
              </a:lnSpc>
              <a:spcBef>
                <a:spcPts val="1772"/>
              </a:spcBef>
              <a:spcAft>
                <a:spcPts val="0"/>
              </a:spcAft>
              <a:buClr>
                <a:schemeClr val="dk1"/>
              </a:buClr>
              <a:buSzPts val="4960"/>
              <a:buNone/>
              <a:defRPr sz="4960"/>
            </a:lvl2pPr>
            <a:lvl3pPr marL="1371600" lvl="2" indent="-228600" algn="l">
              <a:lnSpc>
                <a:spcPct val="90000"/>
              </a:lnSpc>
              <a:spcBef>
                <a:spcPts val="1772"/>
              </a:spcBef>
              <a:spcAft>
                <a:spcPts val="0"/>
              </a:spcAft>
              <a:buClr>
                <a:schemeClr val="dk1"/>
              </a:buClr>
              <a:buSzPts val="4252"/>
              <a:buNone/>
              <a:defRPr sz="4252"/>
            </a:lvl3pPr>
            <a:lvl4pPr marL="1828800" lvl="3" indent="-228600" algn="l">
              <a:lnSpc>
                <a:spcPct val="90000"/>
              </a:lnSpc>
              <a:spcBef>
                <a:spcPts val="1772"/>
              </a:spcBef>
              <a:spcAft>
                <a:spcPts val="0"/>
              </a:spcAft>
              <a:buClr>
                <a:schemeClr val="dk1"/>
              </a:buClr>
              <a:buSzPts val="3543"/>
              <a:buNone/>
              <a:defRPr sz="3543"/>
            </a:lvl4pPr>
            <a:lvl5pPr marL="2286000" lvl="4" indent="-228600" algn="l">
              <a:lnSpc>
                <a:spcPct val="90000"/>
              </a:lnSpc>
              <a:spcBef>
                <a:spcPts val="1772"/>
              </a:spcBef>
              <a:spcAft>
                <a:spcPts val="0"/>
              </a:spcAft>
              <a:buClr>
                <a:schemeClr val="dk1"/>
              </a:buClr>
              <a:buSzPts val="3543"/>
              <a:buNone/>
              <a:defRPr sz="3543"/>
            </a:lvl5pPr>
            <a:lvl6pPr marL="2743200" lvl="5" indent="-228600" algn="l">
              <a:lnSpc>
                <a:spcPct val="90000"/>
              </a:lnSpc>
              <a:spcBef>
                <a:spcPts val="1772"/>
              </a:spcBef>
              <a:spcAft>
                <a:spcPts val="0"/>
              </a:spcAft>
              <a:buClr>
                <a:schemeClr val="dk1"/>
              </a:buClr>
              <a:buSzPts val="3543"/>
              <a:buNone/>
              <a:defRPr sz="3543"/>
            </a:lvl6pPr>
            <a:lvl7pPr marL="3200400" lvl="6" indent="-228600" algn="l">
              <a:lnSpc>
                <a:spcPct val="90000"/>
              </a:lnSpc>
              <a:spcBef>
                <a:spcPts val="1772"/>
              </a:spcBef>
              <a:spcAft>
                <a:spcPts val="0"/>
              </a:spcAft>
              <a:buClr>
                <a:schemeClr val="dk1"/>
              </a:buClr>
              <a:buSzPts val="3543"/>
              <a:buNone/>
              <a:defRPr sz="3543"/>
            </a:lvl7pPr>
            <a:lvl8pPr marL="3657600" lvl="7" indent="-228600" algn="l">
              <a:lnSpc>
                <a:spcPct val="90000"/>
              </a:lnSpc>
              <a:spcBef>
                <a:spcPts val="1772"/>
              </a:spcBef>
              <a:spcAft>
                <a:spcPts val="0"/>
              </a:spcAft>
              <a:buClr>
                <a:schemeClr val="dk1"/>
              </a:buClr>
              <a:buSzPts val="3543"/>
              <a:buNone/>
              <a:defRPr sz="3543"/>
            </a:lvl8pPr>
            <a:lvl9pPr marL="4114800" lvl="8" indent="-228600" algn="l">
              <a:lnSpc>
                <a:spcPct val="90000"/>
              </a:lnSpc>
              <a:spcBef>
                <a:spcPts val="1772"/>
              </a:spcBef>
              <a:spcAft>
                <a:spcPts val="0"/>
              </a:spcAft>
              <a:buClr>
                <a:schemeClr val="dk1"/>
              </a:buClr>
              <a:buSzPts val="3543"/>
              <a:buNone/>
              <a:defRPr sz="3543"/>
            </a:lvl9pPr>
          </a:lstStyle>
          <a:p>
            <a:endParaRPr/>
          </a:p>
        </p:txBody>
      </p:sp>
      <p:sp>
        <p:nvSpPr>
          <p:cNvPr id="65" name="Google Shape;65;p11"/>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11"/>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11"/>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ítulo y texto vertical" type="vertTx">
  <p:cSld name="VERTICAL_TEXT">
    <p:spTree>
      <p:nvGrpSpPr>
        <p:cNvPr id="1" name="Shape 68"/>
        <p:cNvGrpSpPr/>
        <p:nvPr/>
      </p:nvGrpSpPr>
      <p:grpSpPr>
        <a:xfrm>
          <a:off x="0" y="0"/>
          <a:ext cx="0" cy="0"/>
          <a:chOff x="0" y="0"/>
          <a:chExt cx="0" cy="0"/>
        </a:xfrm>
      </p:grpSpPr>
      <p:sp>
        <p:nvSpPr>
          <p:cNvPr id="69" name="Google Shape;69;p12"/>
          <p:cNvSpPr txBox="1">
            <a:spLocks noGrp="1"/>
          </p:cNvSpPr>
          <p:nvPr>
            <p:ph type="title"/>
          </p:nvPr>
        </p:nvSpPr>
        <p:spPr>
          <a:xfrm>
            <a:off x="2227451" y="2300044"/>
            <a:ext cx="27944386" cy="835012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2"/>
          <p:cNvSpPr txBox="1">
            <a:spLocks noGrp="1"/>
          </p:cNvSpPr>
          <p:nvPr>
            <p:ph type="body" idx="1"/>
          </p:nvPr>
        </p:nvSpPr>
        <p:spPr>
          <a:xfrm rot="5400000">
            <a:off x="2494440" y="11233181"/>
            <a:ext cx="27410408" cy="27944386"/>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543"/>
              </a:spcBef>
              <a:spcAft>
                <a:spcPts val="0"/>
              </a:spcAft>
              <a:buClr>
                <a:schemeClr val="dk1"/>
              </a:buClr>
              <a:buSzPts val="1800"/>
              <a:buChar char="•"/>
              <a:defRPr/>
            </a:lvl1pPr>
            <a:lvl2pPr marL="914400" lvl="1" indent="-342900" algn="l">
              <a:lnSpc>
                <a:spcPct val="90000"/>
              </a:lnSpc>
              <a:spcBef>
                <a:spcPts val="1772"/>
              </a:spcBef>
              <a:spcAft>
                <a:spcPts val="0"/>
              </a:spcAft>
              <a:buClr>
                <a:schemeClr val="dk1"/>
              </a:buClr>
              <a:buSzPts val="1800"/>
              <a:buChar char="•"/>
              <a:defRPr/>
            </a:lvl2pPr>
            <a:lvl3pPr marL="1371600" lvl="2" indent="-342900" algn="l">
              <a:lnSpc>
                <a:spcPct val="90000"/>
              </a:lnSpc>
              <a:spcBef>
                <a:spcPts val="1772"/>
              </a:spcBef>
              <a:spcAft>
                <a:spcPts val="0"/>
              </a:spcAft>
              <a:buClr>
                <a:schemeClr val="dk1"/>
              </a:buClr>
              <a:buSzPts val="1800"/>
              <a:buChar char="•"/>
              <a:defRPr/>
            </a:lvl3pPr>
            <a:lvl4pPr marL="1828800" lvl="3" indent="-342900" algn="l">
              <a:lnSpc>
                <a:spcPct val="90000"/>
              </a:lnSpc>
              <a:spcBef>
                <a:spcPts val="1772"/>
              </a:spcBef>
              <a:spcAft>
                <a:spcPts val="0"/>
              </a:spcAft>
              <a:buClr>
                <a:schemeClr val="dk1"/>
              </a:buClr>
              <a:buSzPts val="1800"/>
              <a:buChar char="•"/>
              <a:defRPr/>
            </a:lvl4pPr>
            <a:lvl5pPr marL="2286000" lvl="4" indent="-342900" algn="l">
              <a:lnSpc>
                <a:spcPct val="90000"/>
              </a:lnSpc>
              <a:spcBef>
                <a:spcPts val="1772"/>
              </a:spcBef>
              <a:spcAft>
                <a:spcPts val="0"/>
              </a:spcAft>
              <a:buClr>
                <a:schemeClr val="dk1"/>
              </a:buClr>
              <a:buSzPts val="1800"/>
              <a:buChar char="•"/>
              <a:defRPr/>
            </a:lvl5pPr>
            <a:lvl6pPr marL="2743200" lvl="5" indent="-342900" algn="l">
              <a:lnSpc>
                <a:spcPct val="90000"/>
              </a:lnSpc>
              <a:spcBef>
                <a:spcPts val="1772"/>
              </a:spcBef>
              <a:spcAft>
                <a:spcPts val="0"/>
              </a:spcAft>
              <a:buClr>
                <a:schemeClr val="dk1"/>
              </a:buClr>
              <a:buSzPts val="1800"/>
              <a:buChar char="•"/>
              <a:defRPr/>
            </a:lvl6pPr>
            <a:lvl7pPr marL="3200400" lvl="6" indent="-342900" algn="l">
              <a:lnSpc>
                <a:spcPct val="90000"/>
              </a:lnSpc>
              <a:spcBef>
                <a:spcPts val="1772"/>
              </a:spcBef>
              <a:spcAft>
                <a:spcPts val="0"/>
              </a:spcAft>
              <a:buClr>
                <a:schemeClr val="dk1"/>
              </a:buClr>
              <a:buSzPts val="1800"/>
              <a:buChar char="•"/>
              <a:defRPr/>
            </a:lvl7pPr>
            <a:lvl8pPr marL="3657600" lvl="7" indent="-342900" algn="l">
              <a:lnSpc>
                <a:spcPct val="90000"/>
              </a:lnSpc>
              <a:spcBef>
                <a:spcPts val="1772"/>
              </a:spcBef>
              <a:spcAft>
                <a:spcPts val="0"/>
              </a:spcAft>
              <a:buClr>
                <a:schemeClr val="dk1"/>
              </a:buClr>
              <a:buSzPts val="1800"/>
              <a:buChar char="•"/>
              <a:defRPr/>
            </a:lvl8pPr>
            <a:lvl9pPr marL="4114800" lvl="8" indent="-342900" algn="l">
              <a:lnSpc>
                <a:spcPct val="90000"/>
              </a:lnSpc>
              <a:spcBef>
                <a:spcPts val="1772"/>
              </a:spcBef>
              <a:spcAft>
                <a:spcPts val="0"/>
              </a:spcAft>
              <a:buClr>
                <a:schemeClr val="dk1"/>
              </a:buClr>
              <a:buSzPts val="1800"/>
              <a:buChar char="•"/>
              <a:defRPr/>
            </a:lvl9pPr>
          </a:lstStyle>
          <a:p>
            <a:endParaRPr/>
          </a:p>
        </p:txBody>
      </p:sp>
      <p:sp>
        <p:nvSpPr>
          <p:cNvPr id="71" name="Google Shape;71;p12"/>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12"/>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2"/>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ítulo vertical y texto" type="vertTitleAndTx">
  <p:cSld name="VERTICAL_TITLE_AND_VERTICAL_TEXT">
    <p:spTree>
      <p:nvGrpSpPr>
        <p:cNvPr id="1" name="Shape 74"/>
        <p:cNvGrpSpPr/>
        <p:nvPr/>
      </p:nvGrpSpPr>
      <p:grpSpPr>
        <a:xfrm>
          <a:off x="0" y="0"/>
          <a:ext cx="0" cy="0"/>
          <a:chOff x="0" y="0"/>
          <a:chExt cx="0" cy="0"/>
        </a:xfrm>
      </p:grpSpPr>
      <p:sp>
        <p:nvSpPr>
          <p:cNvPr id="75" name="Google Shape;75;p13"/>
          <p:cNvSpPr txBox="1">
            <a:spLocks noGrp="1"/>
          </p:cNvSpPr>
          <p:nvPr>
            <p:ph type="title"/>
          </p:nvPr>
        </p:nvSpPr>
        <p:spPr>
          <a:xfrm rot="5400000">
            <a:off x="8373518" y="17112258"/>
            <a:ext cx="36610544" cy="6986096"/>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13"/>
          <p:cNvSpPr txBox="1">
            <a:spLocks noGrp="1"/>
          </p:cNvSpPr>
          <p:nvPr>
            <p:ph type="body" idx="1"/>
          </p:nvPr>
        </p:nvSpPr>
        <p:spPr>
          <a:xfrm rot="5400000">
            <a:off x="-5801170" y="10328657"/>
            <a:ext cx="36610544" cy="2055329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3543"/>
              </a:spcBef>
              <a:spcAft>
                <a:spcPts val="0"/>
              </a:spcAft>
              <a:buClr>
                <a:schemeClr val="dk1"/>
              </a:buClr>
              <a:buSzPts val="1800"/>
              <a:buChar char="•"/>
              <a:defRPr/>
            </a:lvl1pPr>
            <a:lvl2pPr marL="914400" lvl="1" indent="-342900" algn="l">
              <a:lnSpc>
                <a:spcPct val="90000"/>
              </a:lnSpc>
              <a:spcBef>
                <a:spcPts val="1772"/>
              </a:spcBef>
              <a:spcAft>
                <a:spcPts val="0"/>
              </a:spcAft>
              <a:buClr>
                <a:schemeClr val="dk1"/>
              </a:buClr>
              <a:buSzPts val="1800"/>
              <a:buChar char="•"/>
              <a:defRPr/>
            </a:lvl2pPr>
            <a:lvl3pPr marL="1371600" lvl="2" indent="-342900" algn="l">
              <a:lnSpc>
                <a:spcPct val="90000"/>
              </a:lnSpc>
              <a:spcBef>
                <a:spcPts val="1772"/>
              </a:spcBef>
              <a:spcAft>
                <a:spcPts val="0"/>
              </a:spcAft>
              <a:buClr>
                <a:schemeClr val="dk1"/>
              </a:buClr>
              <a:buSzPts val="1800"/>
              <a:buChar char="•"/>
              <a:defRPr/>
            </a:lvl3pPr>
            <a:lvl4pPr marL="1828800" lvl="3" indent="-342900" algn="l">
              <a:lnSpc>
                <a:spcPct val="90000"/>
              </a:lnSpc>
              <a:spcBef>
                <a:spcPts val="1772"/>
              </a:spcBef>
              <a:spcAft>
                <a:spcPts val="0"/>
              </a:spcAft>
              <a:buClr>
                <a:schemeClr val="dk1"/>
              </a:buClr>
              <a:buSzPts val="1800"/>
              <a:buChar char="•"/>
              <a:defRPr/>
            </a:lvl4pPr>
            <a:lvl5pPr marL="2286000" lvl="4" indent="-342900" algn="l">
              <a:lnSpc>
                <a:spcPct val="90000"/>
              </a:lnSpc>
              <a:spcBef>
                <a:spcPts val="1772"/>
              </a:spcBef>
              <a:spcAft>
                <a:spcPts val="0"/>
              </a:spcAft>
              <a:buClr>
                <a:schemeClr val="dk1"/>
              </a:buClr>
              <a:buSzPts val="1800"/>
              <a:buChar char="•"/>
              <a:defRPr/>
            </a:lvl5pPr>
            <a:lvl6pPr marL="2743200" lvl="5" indent="-342900" algn="l">
              <a:lnSpc>
                <a:spcPct val="90000"/>
              </a:lnSpc>
              <a:spcBef>
                <a:spcPts val="1772"/>
              </a:spcBef>
              <a:spcAft>
                <a:spcPts val="0"/>
              </a:spcAft>
              <a:buClr>
                <a:schemeClr val="dk1"/>
              </a:buClr>
              <a:buSzPts val="1800"/>
              <a:buChar char="•"/>
              <a:defRPr/>
            </a:lvl6pPr>
            <a:lvl7pPr marL="3200400" lvl="6" indent="-342900" algn="l">
              <a:lnSpc>
                <a:spcPct val="90000"/>
              </a:lnSpc>
              <a:spcBef>
                <a:spcPts val="1772"/>
              </a:spcBef>
              <a:spcAft>
                <a:spcPts val="0"/>
              </a:spcAft>
              <a:buClr>
                <a:schemeClr val="dk1"/>
              </a:buClr>
              <a:buSzPts val="1800"/>
              <a:buChar char="•"/>
              <a:defRPr/>
            </a:lvl7pPr>
            <a:lvl8pPr marL="3657600" lvl="7" indent="-342900" algn="l">
              <a:lnSpc>
                <a:spcPct val="90000"/>
              </a:lnSpc>
              <a:spcBef>
                <a:spcPts val="1772"/>
              </a:spcBef>
              <a:spcAft>
                <a:spcPts val="0"/>
              </a:spcAft>
              <a:buClr>
                <a:schemeClr val="dk1"/>
              </a:buClr>
              <a:buSzPts val="1800"/>
              <a:buChar char="•"/>
              <a:defRPr/>
            </a:lvl8pPr>
            <a:lvl9pPr marL="4114800" lvl="8" indent="-342900" algn="l">
              <a:lnSpc>
                <a:spcPct val="90000"/>
              </a:lnSpc>
              <a:spcBef>
                <a:spcPts val="1772"/>
              </a:spcBef>
              <a:spcAft>
                <a:spcPts val="0"/>
              </a:spcAft>
              <a:buClr>
                <a:schemeClr val="dk1"/>
              </a:buClr>
              <a:buSzPts val="1800"/>
              <a:buChar char="•"/>
              <a:defRPr/>
            </a:lvl9pPr>
          </a:lstStyle>
          <a:p>
            <a:endParaRPr/>
          </a:p>
        </p:txBody>
      </p:sp>
      <p:sp>
        <p:nvSpPr>
          <p:cNvPr id="77" name="Google Shape;77;p13"/>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13"/>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3"/>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s-CO"/>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
          <p:cNvSpPr txBox="1">
            <a:spLocks noGrp="1"/>
          </p:cNvSpPr>
          <p:nvPr>
            <p:ph type="title"/>
          </p:nvPr>
        </p:nvSpPr>
        <p:spPr>
          <a:xfrm>
            <a:off x="2227451" y="2300044"/>
            <a:ext cx="27944386" cy="8350126"/>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15590"/>
              <a:buFont typeface="Calibri"/>
              <a:buNone/>
              <a:defRPr sz="15589"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
          <p:cNvSpPr txBox="1">
            <a:spLocks noGrp="1"/>
          </p:cNvSpPr>
          <p:nvPr>
            <p:ph type="body" idx="1"/>
          </p:nvPr>
        </p:nvSpPr>
        <p:spPr>
          <a:xfrm>
            <a:off x="2227451" y="11500170"/>
            <a:ext cx="27944386" cy="27410408"/>
          </a:xfrm>
          <a:prstGeom prst="rect">
            <a:avLst/>
          </a:prstGeom>
          <a:noFill/>
          <a:ln>
            <a:noFill/>
          </a:ln>
        </p:spPr>
        <p:txBody>
          <a:bodyPr spcFirstLastPara="1" wrap="square" lIns="91425" tIns="45700" rIns="91425" bIns="45700" anchor="t" anchorCtr="0">
            <a:normAutofit/>
          </a:bodyPr>
          <a:lstStyle>
            <a:lvl1pPr marL="457200" marR="0" lvl="0" indent="-858583" algn="l" rtl="0">
              <a:lnSpc>
                <a:spcPct val="90000"/>
              </a:lnSpc>
              <a:spcBef>
                <a:spcPts val="3543"/>
              </a:spcBef>
              <a:spcAft>
                <a:spcPts val="0"/>
              </a:spcAft>
              <a:buClr>
                <a:schemeClr val="dk1"/>
              </a:buClr>
              <a:buSzPts val="9921"/>
              <a:buFont typeface="Arial"/>
              <a:buChar char="•"/>
              <a:defRPr sz="9921" b="0" i="0" u="none" strike="noStrike" cap="none">
                <a:solidFill>
                  <a:schemeClr val="dk1"/>
                </a:solidFill>
                <a:latin typeface="Calibri"/>
                <a:ea typeface="Calibri"/>
                <a:cs typeface="Calibri"/>
                <a:sym typeface="Calibri"/>
              </a:defRPr>
            </a:lvl1pPr>
            <a:lvl2pPr marL="914400" marR="0" lvl="1" indent="-768604" algn="l" rtl="0">
              <a:lnSpc>
                <a:spcPct val="90000"/>
              </a:lnSpc>
              <a:spcBef>
                <a:spcPts val="1772"/>
              </a:spcBef>
              <a:spcAft>
                <a:spcPts val="0"/>
              </a:spcAft>
              <a:buClr>
                <a:schemeClr val="dk1"/>
              </a:buClr>
              <a:buSzPts val="8504"/>
              <a:buFont typeface="Arial"/>
              <a:buChar char="•"/>
              <a:defRPr sz="8504" b="0" i="0" u="none" strike="noStrike" cap="none">
                <a:solidFill>
                  <a:schemeClr val="dk1"/>
                </a:solidFill>
                <a:latin typeface="Calibri"/>
                <a:ea typeface="Calibri"/>
                <a:cs typeface="Calibri"/>
                <a:sym typeface="Calibri"/>
              </a:defRPr>
            </a:lvl2pPr>
            <a:lvl3pPr marL="1371600" marR="0" lvl="2" indent="-678561" algn="l" rtl="0">
              <a:lnSpc>
                <a:spcPct val="90000"/>
              </a:lnSpc>
              <a:spcBef>
                <a:spcPts val="1772"/>
              </a:spcBef>
              <a:spcAft>
                <a:spcPts val="0"/>
              </a:spcAft>
              <a:buClr>
                <a:schemeClr val="dk1"/>
              </a:buClr>
              <a:buSzPts val="7086"/>
              <a:buFont typeface="Arial"/>
              <a:buChar char="•"/>
              <a:defRPr sz="7086" b="0" i="0" u="none" strike="noStrike" cap="none">
                <a:solidFill>
                  <a:schemeClr val="dk1"/>
                </a:solidFill>
                <a:latin typeface="Calibri"/>
                <a:ea typeface="Calibri"/>
                <a:cs typeface="Calibri"/>
                <a:sym typeface="Calibri"/>
              </a:defRPr>
            </a:lvl3pPr>
            <a:lvl4pPr marL="1828800" marR="0" lvl="3" indent="-633603" algn="l" rtl="0">
              <a:lnSpc>
                <a:spcPct val="90000"/>
              </a:lnSpc>
              <a:spcBef>
                <a:spcPts val="1772"/>
              </a:spcBef>
              <a:spcAft>
                <a:spcPts val="0"/>
              </a:spcAft>
              <a:buClr>
                <a:schemeClr val="dk1"/>
              </a:buClr>
              <a:buSzPts val="6378"/>
              <a:buFont typeface="Arial"/>
              <a:buChar char="•"/>
              <a:defRPr sz="6378" b="0" i="0" u="none" strike="noStrike" cap="none">
                <a:solidFill>
                  <a:schemeClr val="dk1"/>
                </a:solidFill>
                <a:latin typeface="Calibri"/>
                <a:ea typeface="Calibri"/>
                <a:cs typeface="Calibri"/>
                <a:sym typeface="Calibri"/>
              </a:defRPr>
            </a:lvl4pPr>
            <a:lvl5pPr marL="2286000" marR="0" lvl="4" indent="-633603" algn="l" rtl="0">
              <a:lnSpc>
                <a:spcPct val="90000"/>
              </a:lnSpc>
              <a:spcBef>
                <a:spcPts val="1772"/>
              </a:spcBef>
              <a:spcAft>
                <a:spcPts val="0"/>
              </a:spcAft>
              <a:buClr>
                <a:schemeClr val="dk1"/>
              </a:buClr>
              <a:buSzPts val="6378"/>
              <a:buFont typeface="Arial"/>
              <a:buChar char="•"/>
              <a:defRPr sz="6378" b="0" i="0" u="none" strike="noStrike" cap="none">
                <a:solidFill>
                  <a:schemeClr val="dk1"/>
                </a:solidFill>
                <a:latin typeface="Calibri"/>
                <a:ea typeface="Calibri"/>
                <a:cs typeface="Calibri"/>
                <a:sym typeface="Calibri"/>
              </a:defRPr>
            </a:lvl5pPr>
            <a:lvl6pPr marL="2743200" marR="0" lvl="5" indent="-633603" algn="l" rtl="0">
              <a:lnSpc>
                <a:spcPct val="90000"/>
              </a:lnSpc>
              <a:spcBef>
                <a:spcPts val="1772"/>
              </a:spcBef>
              <a:spcAft>
                <a:spcPts val="0"/>
              </a:spcAft>
              <a:buClr>
                <a:schemeClr val="dk1"/>
              </a:buClr>
              <a:buSzPts val="6378"/>
              <a:buFont typeface="Arial"/>
              <a:buChar char="•"/>
              <a:defRPr sz="6378" b="0" i="0" u="none" strike="noStrike" cap="none">
                <a:solidFill>
                  <a:schemeClr val="dk1"/>
                </a:solidFill>
                <a:latin typeface="Calibri"/>
                <a:ea typeface="Calibri"/>
                <a:cs typeface="Calibri"/>
                <a:sym typeface="Calibri"/>
              </a:defRPr>
            </a:lvl6pPr>
            <a:lvl7pPr marL="3200400" marR="0" lvl="6" indent="-633603" algn="l" rtl="0">
              <a:lnSpc>
                <a:spcPct val="90000"/>
              </a:lnSpc>
              <a:spcBef>
                <a:spcPts val="1772"/>
              </a:spcBef>
              <a:spcAft>
                <a:spcPts val="0"/>
              </a:spcAft>
              <a:buClr>
                <a:schemeClr val="dk1"/>
              </a:buClr>
              <a:buSzPts val="6378"/>
              <a:buFont typeface="Arial"/>
              <a:buChar char="•"/>
              <a:defRPr sz="6378" b="0" i="0" u="none" strike="noStrike" cap="none">
                <a:solidFill>
                  <a:schemeClr val="dk1"/>
                </a:solidFill>
                <a:latin typeface="Calibri"/>
                <a:ea typeface="Calibri"/>
                <a:cs typeface="Calibri"/>
                <a:sym typeface="Calibri"/>
              </a:defRPr>
            </a:lvl7pPr>
            <a:lvl8pPr marL="3657600" marR="0" lvl="7" indent="-633603" algn="l" rtl="0">
              <a:lnSpc>
                <a:spcPct val="90000"/>
              </a:lnSpc>
              <a:spcBef>
                <a:spcPts val="1772"/>
              </a:spcBef>
              <a:spcAft>
                <a:spcPts val="0"/>
              </a:spcAft>
              <a:buClr>
                <a:schemeClr val="dk1"/>
              </a:buClr>
              <a:buSzPts val="6378"/>
              <a:buFont typeface="Arial"/>
              <a:buChar char="•"/>
              <a:defRPr sz="6378" b="0" i="0" u="none" strike="noStrike" cap="none">
                <a:solidFill>
                  <a:schemeClr val="dk1"/>
                </a:solidFill>
                <a:latin typeface="Calibri"/>
                <a:ea typeface="Calibri"/>
                <a:cs typeface="Calibri"/>
                <a:sym typeface="Calibri"/>
              </a:defRPr>
            </a:lvl8pPr>
            <a:lvl9pPr marL="4114800" marR="0" lvl="8" indent="-633603" algn="l" rtl="0">
              <a:lnSpc>
                <a:spcPct val="90000"/>
              </a:lnSpc>
              <a:spcBef>
                <a:spcPts val="1772"/>
              </a:spcBef>
              <a:spcAft>
                <a:spcPts val="0"/>
              </a:spcAft>
              <a:buClr>
                <a:schemeClr val="dk1"/>
              </a:buClr>
              <a:buSzPts val="6378"/>
              <a:buFont typeface="Arial"/>
              <a:buChar char="•"/>
              <a:defRPr sz="6378" b="0" i="0" u="none" strike="noStrike" cap="none">
                <a:solidFill>
                  <a:schemeClr val="dk1"/>
                </a:solidFill>
                <a:latin typeface="Calibri"/>
                <a:ea typeface="Calibri"/>
                <a:cs typeface="Calibri"/>
                <a:sym typeface="Calibri"/>
              </a:defRPr>
            </a:lvl9pPr>
          </a:lstStyle>
          <a:p>
            <a:endParaRPr/>
          </a:p>
        </p:txBody>
      </p:sp>
      <p:sp>
        <p:nvSpPr>
          <p:cNvPr id="8" name="Google Shape;8;p2"/>
          <p:cNvSpPr txBox="1">
            <a:spLocks noGrp="1"/>
          </p:cNvSpPr>
          <p:nvPr>
            <p:ph type="dt" idx="10"/>
          </p:nvPr>
        </p:nvSpPr>
        <p:spPr>
          <a:xfrm>
            <a:off x="2227451" y="40040601"/>
            <a:ext cx="7289840" cy="2300034"/>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4252"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
          <p:cNvSpPr txBox="1">
            <a:spLocks noGrp="1"/>
          </p:cNvSpPr>
          <p:nvPr>
            <p:ph type="ftr" idx="11"/>
          </p:nvPr>
        </p:nvSpPr>
        <p:spPr>
          <a:xfrm>
            <a:off x="10732264" y="40040601"/>
            <a:ext cx="10934760" cy="2300034"/>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4252"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
          <p:cNvSpPr txBox="1">
            <a:spLocks noGrp="1"/>
          </p:cNvSpPr>
          <p:nvPr>
            <p:ph type="sldNum" idx="12"/>
          </p:nvPr>
        </p:nvSpPr>
        <p:spPr>
          <a:xfrm>
            <a:off x="22881997" y="40040601"/>
            <a:ext cx="7289840" cy="2300034"/>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4252" b="0" i="0" u="none" strike="noStrike" cap="none">
                <a:solidFill>
                  <a:srgbClr val="888888"/>
                </a:solidFill>
                <a:latin typeface="Calibri"/>
                <a:ea typeface="Calibri"/>
                <a:cs typeface="Calibri"/>
                <a:sym typeface="Calibri"/>
              </a:defRPr>
            </a:lvl1pPr>
            <a:lvl2pPr marL="0" marR="0" lvl="1" indent="0" algn="r" rtl="0">
              <a:spcBef>
                <a:spcPts val="0"/>
              </a:spcBef>
              <a:buNone/>
              <a:defRPr sz="4252" b="0" i="0" u="none" strike="noStrike" cap="none">
                <a:solidFill>
                  <a:srgbClr val="888888"/>
                </a:solidFill>
                <a:latin typeface="Calibri"/>
                <a:ea typeface="Calibri"/>
                <a:cs typeface="Calibri"/>
                <a:sym typeface="Calibri"/>
              </a:defRPr>
            </a:lvl2pPr>
            <a:lvl3pPr marL="0" marR="0" lvl="2" indent="0" algn="r" rtl="0">
              <a:spcBef>
                <a:spcPts val="0"/>
              </a:spcBef>
              <a:buNone/>
              <a:defRPr sz="4252" b="0" i="0" u="none" strike="noStrike" cap="none">
                <a:solidFill>
                  <a:srgbClr val="888888"/>
                </a:solidFill>
                <a:latin typeface="Calibri"/>
                <a:ea typeface="Calibri"/>
                <a:cs typeface="Calibri"/>
                <a:sym typeface="Calibri"/>
              </a:defRPr>
            </a:lvl3pPr>
            <a:lvl4pPr marL="0" marR="0" lvl="3" indent="0" algn="r" rtl="0">
              <a:spcBef>
                <a:spcPts val="0"/>
              </a:spcBef>
              <a:buNone/>
              <a:defRPr sz="4252" b="0" i="0" u="none" strike="noStrike" cap="none">
                <a:solidFill>
                  <a:srgbClr val="888888"/>
                </a:solidFill>
                <a:latin typeface="Calibri"/>
                <a:ea typeface="Calibri"/>
                <a:cs typeface="Calibri"/>
                <a:sym typeface="Calibri"/>
              </a:defRPr>
            </a:lvl4pPr>
            <a:lvl5pPr marL="0" marR="0" lvl="4" indent="0" algn="r" rtl="0">
              <a:spcBef>
                <a:spcPts val="0"/>
              </a:spcBef>
              <a:buNone/>
              <a:defRPr sz="4252" b="0" i="0" u="none" strike="noStrike" cap="none">
                <a:solidFill>
                  <a:srgbClr val="888888"/>
                </a:solidFill>
                <a:latin typeface="Calibri"/>
                <a:ea typeface="Calibri"/>
                <a:cs typeface="Calibri"/>
                <a:sym typeface="Calibri"/>
              </a:defRPr>
            </a:lvl5pPr>
            <a:lvl6pPr marL="0" marR="0" lvl="5" indent="0" algn="r" rtl="0">
              <a:spcBef>
                <a:spcPts val="0"/>
              </a:spcBef>
              <a:buNone/>
              <a:defRPr sz="4252" b="0" i="0" u="none" strike="noStrike" cap="none">
                <a:solidFill>
                  <a:srgbClr val="888888"/>
                </a:solidFill>
                <a:latin typeface="Calibri"/>
                <a:ea typeface="Calibri"/>
                <a:cs typeface="Calibri"/>
                <a:sym typeface="Calibri"/>
              </a:defRPr>
            </a:lvl6pPr>
            <a:lvl7pPr marL="0" marR="0" lvl="6" indent="0" algn="r" rtl="0">
              <a:spcBef>
                <a:spcPts val="0"/>
              </a:spcBef>
              <a:buNone/>
              <a:defRPr sz="4252" b="0" i="0" u="none" strike="noStrike" cap="none">
                <a:solidFill>
                  <a:srgbClr val="888888"/>
                </a:solidFill>
                <a:latin typeface="Calibri"/>
                <a:ea typeface="Calibri"/>
                <a:cs typeface="Calibri"/>
                <a:sym typeface="Calibri"/>
              </a:defRPr>
            </a:lvl7pPr>
            <a:lvl8pPr marL="0" marR="0" lvl="7" indent="0" algn="r" rtl="0">
              <a:spcBef>
                <a:spcPts val="0"/>
              </a:spcBef>
              <a:buNone/>
              <a:defRPr sz="4252" b="0" i="0" u="none" strike="noStrike" cap="none">
                <a:solidFill>
                  <a:srgbClr val="888888"/>
                </a:solidFill>
                <a:latin typeface="Calibri"/>
                <a:ea typeface="Calibri"/>
                <a:cs typeface="Calibri"/>
                <a:sym typeface="Calibri"/>
              </a:defRPr>
            </a:lvl8pPr>
            <a:lvl9pPr marL="0" marR="0" lvl="8" indent="0" algn="r" rtl="0">
              <a:spcBef>
                <a:spcPts val="0"/>
              </a:spcBef>
              <a:buNone/>
              <a:defRPr sz="4252"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s-CO"/>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matplotlib.org/"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seaborn.pydata.org/"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 descr="Resultado de imagen para ondas de radio"/>
          <p:cNvSpPr/>
          <p:nvPr/>
        </p:nvSpPr>
        <p:spPr>
          <a:xfrm>
            <a:off x="155575" y="-144463"/>
            <a:ext cx="304800" cy="30480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5" name="Google Shape;85;p1"/>
          <p:cNvSpPr txBox="1"/>
          <p:nvPr/>
        </p:nvSpPr>
        <p:spPr>
          <a:xfrm>
            <a:off x="460374" y="6978750"/>
            <a:ext cx="31086426" cy="2800726"/>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CO" sz="8800" b="1" dirty="0">
                <a:solidFill>
                  <a:schemeClr val="dk1"/>
                </a:solidFill>
                <a:latin typeface="Calibri"/>
                <a:ea typeface="Calibri"/>
                <a:cs typeface="Calibri"/>
                <a:sym typeface="Calibri"/>
              </a:rPr>
              <a:t> </a:t>
            </a:r>
            <a:r>
              <a:rPr lang="es-ES" sz="8800" b="1" dirty="0">
                <a:solidFill>
                  <a:schemeClr val="dk1"/>
                </a:solidFill>
                <a:latin typeface="Calibri"/>
                <a:ea typeface="Calibri"/>
                <a:cs typeface="Calibri"/>
                <a:sym typeface="Calibri"/>
              </a:rPr>
              <a:t>Análisis de la percepción social de películas de culto a través de web </a:t>
            </a:r>
            <a:r>
              <a:rPr lang="es-ES" sz="8800" b="1" dirty="0" err="1">
                <a:solidFill>
                  <a:schemeClr val="dk1"/>
                </a:solidFill>
                <a:latin typeface="Calibri"/>
                <a:ea typeface="Calibri"/>
                <a:cs typeface="Calibri"/>
                <a:sym typeface="Calibri"/>
              </a:rPr>
              <a:t>scraping</a:t>
            </a:r>
            <a:r>
              <a:rPr lang="es-ES" sz="8800" b="1" dirty="0">
                <a:solidFill>
                  <a:schemeClr val="dk1"/>
                </a:solidFill>
                <a:latin typeface="Calibri"/>
                <a:ea typeface="Calibri"/>
                <a:cs typeface="Calibri"/>
                <a:sym typeface="Calibri"/>
              </a:rPr>
              <a:t> </a:t>
            </a:r>
            <a:endParaRPr lang="es-CO" sz="8800" dirty="0">
              <a:solidFill>
                <a:schemeClr val="dk1"/>
              </a:solidFill>
              <a:latin typeface="Calibri"/>
              <a:ea typeface="Calibri"/>
              <a:cs typeface="Calibri"/>
              <a:sym typeface="Calibri"/>
            </a:endParaRPr>
          </a:p>
        </p:txBody>
      </p:sp>
      <p:sp>
        <p:nvSpPr>
          <p:cNvPr id="86" name="Google Shape;86;p1"/>
          <p:cNvSpPr txBox="1"/>
          <p:nvPr/>
        </p:nvSpPr>
        <p:spPr>
          <a:xfrm>
            <a:off x="3196194" y="9846626"/>
            <a:ext cx="26006731" cy="58473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200" dirty="0">
                <a:solidFill>
                  <a:schemeClr val="dk1"/>
                </a:solidFill>
                <a:latin typeface="Calibri"/>
                <a:ea typeface="Calibri"/>
                <a:cs typeface="Calibri"/>
                <a:sym typeface="Calibri"/>
              </a:rPr>
              <a:t>Andrea Aramburo Pelaez andrea.aramburo@est.iudigital.edu.co</a:t>
            </a:r>
            <a:endParaRPr dirty="0"/>
          </a:p>
        </p:txBody>
      </p:sp>
      <p:sp>
        <p:nvSpPr>
          <p:cNvPr id="87" name="Google Shape;87;p1"/>
          <p:cNvSpPr txBox="1"/>
          <p:nvPr/>
        </p:nvSpPr>
        <p:spPr>
          <a:xfrm>
            <a:off x="460375" y="11762209"/>
            <a:ext cx="15122525" cy="919356"/>
          </a:xfrm>
          <a:prstGeom prst="roundRect">
            <a:avLst/>
          </a:prstGeom>
          <a:solidFill>
            <a:srgbClr val="00B0F0"/>
          </a:solidFill>
          <a:ln w="9525" cap="flat" cmpd="sng">
            <a:solidFill>
              <a:schemeClr val="accent6"/>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s-CO" sz="4800" b="1" dirty="0">
                <a:solidFill>
                  <a:schemeClr val="dk1"/>
                </a:solidFill>
                <a:latin typeface="Calibri"/>
                <a:ea typeface="Calibri"/>
                <a:cs typeface="Calibri"/>
                <a:sym typeface="Calibri"/>
              </a:rPr>
              <a:t>1. Introducción</a:t>
            </a:r>
            <a:endParaRPr dirty="0"/>
          </a:p>
        </p:txBody>
      </p:sp>
      <p:sp>
        <p:nvSpPr>
          <p:cNvPr id="88" name="Google Shape;88;p1"/>
          <p:cNvSpPr txBox="1"/>
          <p:nvPr/>
        </p:nvSpPr>
        <p:spPr>
          <a:xfrm>
            <a:off x="428665" y="12653909"/>
            <a:ext cx="15122525" cy="8863925"/>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s-ES" sz="3800" dirty="0">
                <a:solidFill>
                  <a:schemeClr val="dk1"/>
                </a:solidFill>
                <a:latin typeface="Calibri"/>
                <a:ea typeface="Calibri"/>
                <a:cs typeface="Calibri"/>
                <a:sym typeface="Calibri"/>
              </a:rPr>
              <a:t>Desde el análisis de datos podemos encontrar patrones que nos lleven a la búsqueda de resultados. Esto lo podemos encontrar desde varias técnicas de recolección de datos. Una de las más comunes para extraer datos relevantes y en tiempo real es el web </a:t>
            </a:r>
            <a:r>
              <a:rPr lang="es-ES" sz="3800" dirty="0" err="1">
                <a:solidFill>
                  <a:schemeClr val="dk1"/>
                </a:solidFill>
                <a:latin typeface="Calibri"/>
                <a:ea typeface="Calibri"/>
                <a:cs typeface="Calibri"/>
                <a:sym typeface="Calibri"/>
              </a:rPr>
              <a:t>scraping</a:t>
            </a:r>
            <a:r>
              <a:rPr lang="es-ES" sz="3800" dirty="0">
                <a:solidFill>
                  <a:schemeClr val="dk1"/>
                </a:solidFill>
                <a:latin typeface="Calibri"/>
                <a:ea typeface="Calibri"/>
                <a:cs typeface="Calibri"/>
                <a:sym typeface="Calibri"/>
              </a:rPr>
              <a:t>. Desde esta técnica podemos entonces escanear una página web y darle el comando de dónde buscar información específica desde las clases HTML usadas. Así pues, podemos dirigir dónde va a extraer la información que luego será consolidada en nuestro Data </a:t>
            </a:r>
            <a:r>
              <a:rPr lang="es-ES" sz="3800" dirty="0" err="1">
                <a:solidFill>
                  <a:schemeClr val="dk1"/>
                </a:solidFill>
                <a:latin typeface="Calibri"/>
                <a:ea typeface="Calibri"/>
                <a:cs typeface="Calibri"/>
                <a:sym typeface="Calibri"/>
              </a:rPr>
              <a:t>Frame</a:t>
            </a:r>
            <a:r>
              <a:rPr lang="es-ES" sz="3800" dirty="0">
                <a:solidFill>
                  <a:schemeClr val="dk1"/>
                </a:solidFill>
                <a:latin typeface="Calibri"/>
                <a:ea typeface="Calibri"/>
                <a:cs typeface="Calibri"/>
                <a:sym typeface="Calibri"/>
              </a:rPr>
              <a:t> (DF).</a:t>
            </a:r>
          </a:p>
          <a:p>
            <a:pPr marL="0" marR="0" lvl="0" indent="0" algn="just" rtl="0">
              <a:spcBef>
                <a:spcPts val="0"/>
              </a:spcBef>
              <a:spcAft>
                <a:spcPts val="0"/>
              </a:spcAft>
              <a:buNone/>
            </a:pPr>
            <a:endParaRPr lang="es-ES" sz="3800" dirty="0">
              <a:solidFill>
                <a:schemeClr val="dk1"/>
              </a:solidFill>
              <a:latin typeface="Calibri"/>
              <a:ea typeface="Calibri"/>
              <a:cs typeface="Calibri"/>
              <a:sym typeface="Calibri"/>
            </a:endParaRPr>
          </a:p>
          <a:p>
            <a:pPr marL="0" marR="0" lvl="0" indent="0" algn="just" rtl="0">
              <a:spcBef>
                <a:spcPts val="0"/>
              </a:spcBef>
              <a:spcAft>
                <a:spcPts val="0"/>
              </a:spcAft>
              <a:buNone/>
            </a:pPr>
            <a:r>
              <a:rPr lang="es-ES" sz="3800" dirty="0">
                <a:solidFill>
                  <a:schemeClr val="dk1"/>
                </a:solidFill>
                <a:latin typeface="Calibri"/>
                <a:ea typeface="Calibri"/>
                <a:cs typeface="Calibri"/>
                <a:sym typeface="Calibri"/>
              </a:rPr>
              <a:t>Bajo este ejercicio se presenta entonces el análisis de la percepción social por medio de películas de culto. Bajo esta mirada se pretende analizar la percepción social de comentarios de películas de culto enfocadas en el subconsciente social, desde las percepciones de amor, duelo, tecnología y dinámicas relacionales.</a:t>
            </a:r>
          </a:p>
          <a:p>
            <a:pPr marL="0" marR="0" lvl="0" indent="0" algn="just" rtl="0">
              <a:spcBef>
                <a:spcPts val="0"/>
              </a:spcBef>
              <a:spcAft>
                <a:spcPts val="0"/>
              </a:spcAft>
              <a:buNone/>
            </a:pPr>
            <a:endParaRPr lang="es-CO" sz="3800" dirty="0">
              <a:solidFill>
                <a:schemeClr val="dk1"/>
              </a:solidFill>
              <a:latin typeface="Calibri"/>
              <a:ea typeface="Calibri"/>
              <a:cs typeface="Calibri"/>
              <a:sym typeface="Calibri"/>
            </a:endParaRPr>
          </a:p>
        </p:txBody>
      </p:sp>
      <p:sp>
        <p:nvSpPr>
          <p:cNvPr id="89" name="Google Shape;89;p1"/>
          <p:cNvSpPr txBox="1"/>
          <p:nvPr/>
        </p:nvSpPr>
        <p:spPr>
          <a:xfrm>
            <a:off x="368319" y="21517834"/>
            <a:ext cx="15001835" cy="919356"/>
          </a:xfrm>
          <a:prstGeom prst="roundRect">
            <a:avLst/>
          </a:prstGeom>
          <a:solidFill>
            <a:srgbClr val="00B0F0"/>
          </a:solidFill>
          <a:ln w="9525" cap="flat" cmpd="sng">
            <a:solidFill>
              <a:schemeClr val="accent6"/>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s-CO" sz="4800" b="1" dirty="0">
                <a:solidFill>
                  <a:schemeClr val="dk1"/>
                </a:solidFill>
                <a:latin typeface="Calibri"/>
                <a:ea typeface="Calibri"/>
                <a:cs typeface="Calibri"/>
                <a:sym typeface="Calibri"/>
              </a:rPr>
              <a:t>2. Objetivos</a:t>
            </a:r>
            <a:endParaRPr dirty="0"/>
          </a:p>
        </p:txBody>
      </p:sp>
      <p:sp>
        <p:nvSpPr>
          <p:cNvPr id="90" name="Google Shape;90;p1"/>
          <p:cNvSpPr txBox="1"/>
          <p:nvPr/>
        </p:nvSpPr>
        <p:spPr>
          <a:xfrm>
            <a:off x="384174" y="22897463"/>
            <a:ext cx="15122525" cy="4770496"/>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s-CO" sz="3800" dirty="0">
                <a:solidFill>
                  <a:schemeClr val="dk1"/>
                </a:solidFill>
                <a:latin typeface="Calibri"/>
                <a:ea typeface="Calibri"/>
                <a:cs typeface="Calibri"/>
                <a:sym typeface="Calibri"/>
              </a:rPr>
              <a:t>Analizar los comentarios de varias película de cultos, encontrando patrones en los datos, por medio de la polaridad de los comentarios asociados. Esto desde la extracción de datos con Web </a:t>
            </a:r>
            <a:r>
              <a:rPr lang="es-CO" sz="3800" dirty="0" err="1">
                <a:solidFill>
                  <a:schemeClr val="dk1"/>
                </a:solidFill>
                <a:latin typeface="Calibri"/>
                <a:ea typeface="Calibri"/>
                <a:cs typeface="Calibri"/>
                <a:sym typeface="Calibri"/>
              </a:rPr>
              <a:t>Scarping</a:t>
            </a:r>
            <a:r>
              <a:rPr lang="es-CO" sz="3800" dirty="0">
                <a:solidFill>
                  <a:schemeClr val="dk1"/>
                </a:solidFill>
                <a:latin typeface="Calibri"/>
                <a:ea typeface="Calibri"/>
                <a:cs typeface="Calibri"/>
                <a:sym typeface="Calibri"/>
              </a:rPr>
              <a:t> de Reddit. </a:t>
            </a:r>
          </a:p>
          <a:p>
            <a:pPr marL="0" marR="0" lvl="0" indent="0" algn="just" rtl="0">
              <a:spcBef>
                <a:spcPts val="0"/>
              </a:spcBef>
              <a:spcAft>
                <a:spcPts val="0"/>
              </a:spcAft>
              <a:buNone/>
            </a:pPr>
            <a:endParaRPr lang="es-CO" sz="3800" dirty="0">
              <a:solidFill>
                <a:schemeClr val="dk1"/>
              </a:solidFill>
              <a:latin typeface="Calibri"/>
              <a:ea typeface="Calibri"/>
              <a:cs typeface="Calibri"/>
              <a:sym typeface="Calibri"/>
            </a:endParaRPr>
          </a:p>
          <a:p>
            <a:pPr marL="0" marR="0" lvl="0" indent="0" algn="just" rtl="0">
              <a:spcBef>
                <a:spcPts val="0"/>
              </a:spcBef>
              <a:spcAft>
                <a:spcPts val="0"/>
              </a:spcAft>
              <a:buNone/>
            </a:pPr>
            <a:r>
              <a:rPr lang="es-CO" sz="3800" dirty="0">
                <a:solidFill>
                  <a:schemeClr val="dk1"/>
                </a:solidFill>
                <a:latin typeface="Calibri"/>
                <a:ea typeface="Calibri"/>
                <a:cs typeface="Calibri"/>
                <a:sym typeface="Calibri"/>
              </a:rPr>
              <a:t>Desde este ejercicio se pretende identificar patrones encontrados en los comentarios asociados a estas películas. Encontrando clústeres que determinen correlación entre variables, determinando puntos en común para un análisis objetivo de la información. </a:t>
            </a:r>
            <a:endParaRPr dirty="0"/>
          </a:p>
        </p:txBody>
      </p:sp>
      <p:sp>
        <p:nvSpPr>
          <p:cNvPr id="91" name="Google Shape;91;p1"/>
          <p:cNvSpPr txBox="1"/>
          <p:nvPr/>
        </p:nvSpPr>
        <p:spPr>
          <a:xfrm>
            <a:off x="428664" y="27970332"/>
            <a:ext cx="15122525" cy="919356"/>
          </a:xfrm>
          <a:prstGeom prst="roundRect">
            <a:avLst/>
          </a:prstGeom>
          <a:solidFill>
            <a:srgbClr val="00B0F0"/>
          </a:solidFill>
          <a:ln w="9525" cap="flat" cmpd="sng">
            <a:solidFill>
              <a:schemeClr val="accent6"/>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s-CO" sz="4800" b="1">
                <a:solidFill>
                  <a:schemeClr val="dk1"/>
                </a:solidFill>
                <a:latin typeface="Calibri"/>
                <a:ea typeface="Calibri"/>
                <a:cs typeface="Calibri"/>
                <a:sym typeface="Calibri"/>
              </a:rPr>
              <a:t>3. Metodología</a:t>
            </a:r>
            <a:endParaRPr/>
          </a:p>
        </p:txBody>
      </p:sp>
      <p:sp>
        <p:nvSpPr>
          <p:cNvPr id="92" name="Google Shape;92;p1"/>
          <p:cNvSpPr txBox="1"/>
          <p:nvPr/>
        </p:nvSpPr>
        <p:spPr>
          <a:xfrm>
            <a:off x="16219570" y="11761055"/>
            <a:ext cx="15719343" cy="919356"/>
          </a:xfrm>
          <a:prstGeom prst="roundRect">
            <a:avLst/>
          </a:prstGeom>
          <a:solidFill>
            <a:srgbClr val="00B0F0"/>
          </a:solidFill>
          <a:ln w="9525" cap="flat" cmpd="sng">
            <a:solidFill>
              <a:schemeClr val="accent6"/>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s-CO" sz="4800" b="1" dirty="0">
                <a:solidFill>
                  <a:schemeClr val="dk1"/>
                </a:solidFill>
                <a:latin typeface="Calibri"/>
                <a:ea typeface="Calibri"/>
                <a:cs typeface="Calibri"/>
                <a:sym typeface="Calibri"/>
              </a:rPr>
              <a:t>4. Resultados</a:t>
            </a:r>
            <a:endParaRPr dirty="0"/>
          </a:p>
        </p:txBody>
      </p:sp>
      <p:sp>
        <p:nvSpPr>
          <p:cNvPr id="93" name="Google Shape;93;p1"/>
          <p:cNvSpPr txBox="1"/>
          <p:nvPr/>
        </p:nvSpPr>
        <p:spPr>
          <a:xfrm>
            <a:off x="22679711" y="12938044"/>
            <a:ext cx="9196232" cy="3416279"/>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s-CO" sz="3600" dirty="0">
                <a:solidFill>
                  <a:schemeClr val="dk1"/>
                </a:solidFill>
                <a:latin typeface="Calibri"/>
                <a:ea typeface="Calibri"/>
                <a:cs typeface="Calibri"/>
                <a:sym typeface="Calibri"/>
              </a:rPr>
              <a:t>Se identifican cada una de las variables relevantes para nuestra investigación y su distribución desde el conteo de los datos.</a:t>
            </a:r>
          </a:p>
          <a:p>
            <a:pPr algn="just"/>
            <a:r>
              <a:rPr lang="es-CO" sz="3600" dirty="0">
                <a:solidFill>
                  <a:schemeClr val="dk1"/>
                </a:solidFill>
                <a:latin typeface="Calibri"/>
                <a:ea typeface="Calibri"/>
                <a:cs typeface="Calibri"/>
                <a:sym typeface="Calibri"/>
              </a:rPr>
              <a:t>Para este ejercicio se realiza la </a:t>
            </a:r>
            <a:r>
              <a:rPr lang="es-CO" sz="3600" dirty="0" err="1">
                <a:solidFill>
                  <a:schemeClr val="dk1"/>
                </a:solidFill>
                <a:latin typeface="Calibri"/>
                <a:ea typeface="Calibri"/>
                <a:cs typeface="Calibri"/>
                <a:sym typeface="Calibri"/>
              </a:rPr>
              <a:t>clusterización</a:t>
            </a:r>
            <a:r>
              <a:rPr lang="es-CO" sz="3600" dirty="0">
                <a:solidFill>
                  <a:schemeClr val="dk1"/>
                </a:solidFill>
                <a:latin typeface="Calibri"/>
                <a:ea typeface="Calibri"/>
                <a:cs typeface="Calibri"/>
                <a:sym typeface="Calibri"/>
              </a:rPr>
              <a:t> para hacer un modelo no supervisado. </a:t>
            </a:r>
          </a:p>
          <a:p>
            <a:pPr marL="0" marR="0" lvl="0" indent="0" algn="just" rtl="0">
              <a:spcBef>
                <a:spcPts val="0"/>
              </a:spcBef>
              <a:spcAft>
                <a:spcPts val="0"/>
              </a:spcAft>
              <a:buNone/>
            </a:pPr>
            <a:r>
              <a:rPr lang="es-CO" sz="3600" dirty="0">
                <a:solidFill>
                  <a:schemeClr val="dk1"/>
                </a:solidFill>
                <a:latin typeface="Calibri"/>
                <a:ea typeface="Calibri"/>
                <a:cs typeface="Calibri"/>
                <a:sym typeface="Calibri"/>
              </a:rPr>
              <a:t> </a:t>
            </a:r>
            <a:endParaRPr dirty="0"/>
          </a:p>
        </p:txBody>
      </p:sp>
      <p:sp>
        <p:nvSpPr>
          <p:cNvPr id="94" name="Google Shape;94;p1"/>
          <p:cNvSpPr txBox="1"/>
          <p:nvPr/>
        </p:nvSpPr>
        <p:spPr>
          <a:xfrm>
            <a:off x="16649866" y="27970332"/>
            <a:ext cx="14896934" cy="919356"/>
          </a:xfrm>
          <a:prstGeom prst="roundRect">
            <a:avLst/>
          </a:prstGeom>
          <a:solidFill>
            <a:srgbClr val="00B0F0"/>
          </a:solidFill>
          <a:ln w="9525" cap="flat" cmpd="sng">
            <a:solidFill>
              <a:schemeClr val="accent6"/>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ctr" rtl="0">
              <a:spcBef>
                <a:spcPts val="0"/>
              </a:spcBef>
              <a:spcAft>
                <a:spcPts val="0"/>
              </a:spcAft>
              <a:buNone/>
            </a:pPr>
            <a:r>
              <a:rPr lang="es-CO" sz="4800" b="1" dirty="0">
                <a:solidFill>
                  <a:schemeClr val="dk1"/>
                </a:solidFill>
                <a:latin typeface="Calibri"/>
                <a:ea typeface="Calibri"/>
                <a:cs typeface="Calibri"/>
                <a:sym typeface="Calibri"/>
              </a:rPr>
              <a:t>5. Conclusiones y discusión</a:t>
            </a:r>
            <a:endParaRPr dirty="0"/>
          </a:p>
        </p:txBody>
      </p:sp>
      <p:sp>
        <p:nvSpPr>
          <p:cNvPr id="96" name="Google Shape;96;p1"/>
          <p:cNvSpPr txBox="1"/>
          <p:nvPr/>
        </p:nvSpPr>
        <p:spPr>
          <a:xfrm>
            <a:off x="307975" y="37079659"/>
            <a:ext cx="31611012" cy="830997"/>
          </a:xfrm>
          <a:prstGeom prst="rect">
            <a:avLst/>
          </a:prstGeom>
          <a:solidFill>
            <a:srgbClr val="00B0F0"/>
          </a:solidFill>
          <a:ln w="9525" cap="flat" cmpd="sng">
            <a:solidFill>
              <a:schemeClr val="accent6"/>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s-CO" sz="4800" b="1" dirty="0">
                <a:solidFill>
                  <a:schemeClr val="dk1"/>
                </a:solidFill>
                <a:latin typeface="Calibri"/>
                <a:ea typeface="Calibri"/>
                <a:cs typeface="Calibri"/>
                <a:sym typeface="Calibri"/>
              </a:rPr>
              <a:t>6. Referencias</a:t>
            </a:r>
            <a:endParaRPr dirty="0"/>
          </a:p>
        </p:txBody>
      </p:sp>
      <p:sp>
        <p:nvSpPr>
          <p:cNvPr id="97" name="Google Shape;97;p1"/>
          <p:cNvSpPr/>
          <p:nvPr/>
        </p:nvSpPr>
        <p:spPr>
          <a:xfrm>
            <a:off x="307975" y="38134582"/>
            <a:ext cx="31238825" cy="286228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CO" sz="3600" dirty="0">
                <a:solidFill>
                  <a:schemeClr val="dk1"/>
                </a:solidFill>
                <a:latin typeface="Calibri"/>
                <a:ea typeface="Calibri"/>
                <a:cs typeface="Calibri"/>
                <a:sym typeface="Calibri"/>
              </a:rPr>
              <a:t>Aramburo. A. (2021). LAS LÓGICAS DE DUELO AMOROSO EN NARRATIVAS FÍLMICAS CONTEMPORÁNEAS (Doctoral </a:t>
            </a:r>
            <a:r>
              <a:rPr lang="es-CO" sz="3600" dirty="0" err="1">
                <a:solidFill>
                  <a:schemeClr val="dk1"/>
                </a:solidFill>
                <a:latin typeface="Calibri"/>
                <a:ea typeface="Calibri"/>
                <a:cs typeface="Calibri"/>
                <a:sym typeface="Calibri"/>
              </a:rPr>
              <a:t>dissertation</a:t>
            </a:r>
            <a:r>
              <a:rPr lang="es-CO" sz="3600" dirty="0">
                <a:solidFill>
                  <a:schemeClr val="dk1"/>
                </a:solidFill>
                <a:latin typeface="Calibri"/>
                <a:ea typeface="Calibri"/>
                <a:cs typeface="Calibri"/>
                <a:sym typeface="Calibri"/>
              </a:rPr>
              <a:t>, Universidad de Antioquia)</a:t>
            </a:r>
            <a:r>
              <a:rPr lang="it-IT" sz="3600" dirty="0">
                <a:solidFill>
                  <a:schemeClr val="dk1"/>
                </a:solidFill>
                <a:latin typeface="Calibri"/>
                <a:ea typeface="Calibri"/>
                <a:cs typeface="Calibri"/>
                <a:sym typeface="Calibri"/>
              </a:rPr>
              <a:t> </a:t>
            </a:r>
          </a:p>
          <a:p>
            <a:pPr marL="0" marR="0" lvl="0" indent="0" algn="l" rtl="0">
              <a:spcBef>
                <a:spcPts val="0"/>
              </a:spcBef>
              <a:spcAft>
                <a:spcPts val="0"/>
              </a:spcAft>
              <a:buNone/>
            </a:pPr>
            <a:r>
              <a:rPr lang="it-IT" sz="3600" dirty="0">
                <a:solidFill>
                  <a:schemeClr val="dk1"/>
                </a:solidFill>
                <a:latin typeface="Calibri"/>
                <a:ea typeface="Calibri"/>
                <a:cs typeface="Calibri"/>
                <a:sym typeface="Calibri"/>
              </a:rPr>
              <a:t>Reddit Inc. (2024). Reddit API Documentation. https://www.reddit.com/dev/api/ (Reddit API)</a:t>
            </a:r>
            <a:r>
              <a:rPr lang="es-CO" sz="3600" dirty="0">
                <a:solidFill>
                  <a:schemeClr val="dk1"/>
                </a:solidFill>
                <a:latin typeface="Calibri"/>
                <a:ea typeface="Calibri"/>
                <a:cs typeface="Calibri"/>
                <a:sym typeface="Calibri"/>
              </a:rPr>
              <a:t> </a:t>
            </a:r>
          </a:p>
          <a:p>
            <a:pPr marL="0" marR="0" lvl="0" indent="0" algn="l" rtl="0">
              <a:spcBef>
                <a:spcPts val="0"/>
              </a:spcBef>
              <a:spcAft>
                <a:spcPts val="0"/>
              </a:spcAft>
              <a:buNone/>
            </a:pPr>
            <a:r>
              <a:rPr lang="es-CO" sz="3600" dirty="0" err="1">
                <a:solidFill>
                  <a:schemeClr val="dk1"/>
                </a:solidFill>
                <a:latin typeface="Calibri"/>
                <a:ea typeface="Calibri"/>
                <a:cs typeface="Calibri"/>
                <a:sym typeface="Calibri"/>
              </a:rPr>
              <a:t>Matplotlib</a:t>
            </a:r>
            <a:r>
              <a:rPr lang="es-CO" sz="3600" dirty="0">
                <a:solidFill>
                  <a:schemeClr val="dk1"/>
                </a:solidFill>
                <a:latin typeface="Calibri"/>
                <a:ea typeface="Calibri"/>
                <a:cs typeface="Calibri"/>
                <a:sym typeface="Calibri"/>
              </a:rPr>
              <a:t> </a:t>
            </a:r>
            <a:r>
              <a:rPr lang="es-CO" sz="3600" dirty="0" err="1">
                <a:solidFill>
                  <a:schemeClr val="dk1"/>
                </a:solidFill>
                <a:latin typeface="Calibri"/>
                <a:ea typeface="Calibri"/>
                <a:cs typeface="Calibri"/>
                <a:sym typeface="Calibri"/>
              </a:rPr>
              <a:t>Development</a:t>
            </a:r>
            <a:r>
              <a:rPr lang="es-CO" sz="3600" dirty="0">
                <a:solidFill>
                  <a:schemeClr val="dk1"/>
                </a:solidFill>
                <a:latin typeface="Calibri"/>
                <a:ea typeface="Calibri"/>
                <a:cs typeface="Calibri"/>
                <a:sym typeface="Calibri"/>
              </a:rPr>
              <a:t> </a:t>
            </a:r>
            <a:r>
              <a:rPr lang="es-CO" sz="3600" dirty="0" err="1">
                <a:solidFill>
                  <a:schemeClr val="dk1"/>
                </a:solidFill>
                <a:latin typeface="Calibri"/>
                <a:ea typeface="Calibri"/>
                <a:cs typeface="Calibri"/>
                <a:sym typeface="Calibri"/>
              </a:rPr>
              <a:t>Team</a:t>
            </a:r>
            <a:r>
              <a:rPr lang="es-CO" sz="3600" dirty="0">
                <a:solidFill>
                  <a:schemeClr val="dk1"/>
                </a:solidFill>
                <a:latin typeface="Calibri"/>
                <a:ea typeface="Calibri"/>
                <a:cs typeface="Calibri"/>
                <a:sym typeface="Calibri"/>
              </a:rPr>
              <a:t>. (</a:t>
            </a:r>
            <a:r>
              <a:rPr lang="es-CO" sz="3600" dirty="0" err="1">
                <a:solidFill>
                  <a:schemeClr val="dk1"/>
                </a:solidFill>
                <a:latin typeface="Calibri"/>
                <a:ea typeface="Calibri"/>
                <a:cs typeface="Calibri"/>
                <a:sym typeface="Calibri"/>
              </a:rPr>
              <a:t>n.d</a:t>
            </a:r>
            <a:r>
              <a:rPr lang="es-CO" sz="3600" dirty="0">
                <a:solidFill>
                  <a:schemeClr val="dk1"/>
                </a:solidFill>
                <a:latin typeface="Calibri"/>
                <a:ea typeface="Calibri"/>
                <a:cs typeface="Calibri"/>
                <a:sym typeface="Calibri"/>
              </a:rPr>
              <a:t>.). </a:t>
            </a:r>
            <a:r>
              <a:rPr lang="es-CO" sz="3600" dirty="0" err="1">
                <a:solidFill>
                  <a:schemeClr val="dk1"/>
                </a:solidFill>
                <a:latin typeface="Calibri"/>
                <a:ea typeface="Calibri"/>
                <a:cs typeface="Calibri"/>
                <a:sym typeface="Calibri"/>
              </a:rPr>
              <a:t>Matplotlib</a:t>
            </a:r>
            <a:r>
              <a:rPr lang="es-CO" sz="3600" dirty="0">
                <a:solidFill>
                  <a:schemeClr val="dk1"/>
                </a:solidFill>
                <a:latin typeface="Calibri"/>
                <a:ea typeface="Calibri"/>
                <a:cs typeface="Calibri"/>
                <a:sym typeface="Calibri"/>
              </a:rPr>
              <a:t>: </a:t>
            </a:r>
            <a:r>
              <a:rPr lang="es-CO" sz="3600" dirty="0" err="1">
                <a:solidFill>
                  <a:schemeClr val="dk1"/>
                </a:solidFill>
                <a:latin typeface="Calibri"/>
                <a:ea typeface="Calibri"/>
                <a:cs typeface="Calibri"/>
                <a:sym typeface="Calibri"/>
              </a:rPr>
              <a:t>Visualization</a:t>
            </a:r>
            <a:r>
              <a:rPr lang="es-CO" sz="3600" dirty="0">
                <a:solidFill>
                  <a:schemeClr val="dk1"/>
                </a:solidFill>
                <a:latin typeface="Calibri"/>
                <a:ea typeface="Calibri"/>
                <a:cs typeface="Calibri"/>
                <a:sym typeface="Calibri"/>
              </a:rPr>
              <a:t> </a:t>
            </a:r>
            <a:r>
              <a:rPr lang="es-CO" sz="3600" dirty="0" err="1">
                <a:solidFill>
                  <a:schemeClr val="dk1"/>
                </a:solidFill>
                <a:latin typeface="Calibri"/>
                <a:ea typeface="Calibri"/>
                <a:cs typeface="Calibri"/>
                <a:sym typeface="Calibri"/>
              </a:rPr>
              <a:t>with</a:t>
            </a:r>
            <a:r>
              <a:rPr lang="es-CO" sz="3600" dirty="0">
                <a:solidFill>
                  <a:schemeClr val="dk1"/>
                </a:solidFill>
                <a:latin typeface="Calibri"/>
                <a:ea typeface="Calibri"/>
                <a:cs typeface="Calibri"/>
                <a:sym typeface="Calibri"/>
              </a:rPr>
              <a:t> Python [Software </a:t>
            </a:r>
            <a:r>
              <a:rPr lang="es-CO" sz="3600" dirty="0" err="1">
                <a:solidFill>
                  <a:schemeClr val="dk1"/>
                </a:solidFill>
                <a:latin typeface="Calibri"/>
                <a:ea typeface="Calibri"/>
                <a:cs typeface="Calibri"/>
                <a:sym typeface="Calibri"/>
              </a:rPr>
              <a:t>documentation</a:t>
            </a:r>
            <a:r>
              <a:rPr lang="es-CO" sz="3600" dirty="0">
                <a:solidFill>
                  <a:schemeClr val="dk1"/>
                </a:solidFill>
                <a:latin typeface="Calibri"/>
                <a:ea typeface="Calibri"/>
                <a:cs typeface="Calibri"/>
                <a:sym typeface="Calibri"/>
              </a:rPr>
              <a:t>]. </a:t>
            </a:r>
            <a:r>
              <a:rPr lang="es-CO" sz="3600" dirty="0" err="1">
                <a:solidFill>
                  <a:schemeClr val="dk1"/>
                </a:solidFill>
                <a:latin typeface="Calibri"/>
                <a:ea typeface="Calibri"/>
                <a:cs typeface="Calibri"/>
                <a:sym typeface="Calibri"/>
              </a:rPr>
              <a:t>Retrieved</a:t>
            </a:r>
            <a:r>
              <a:rPr lang="es-CO" sz="3600" dirty="0">
                <a:solidFill>
                  <a:schemeClr val="dk1"/>
                </a:solidFill>
                <a:latin typeface="Calibri"/>
                <a:ea typeface="Calibri"/>
                <a:cs typeface="Calibri"/>
                <a:sym typeface="Calibri"/>
              </a:rPr>
              <a:t> June 11, 2025, </a:t>
            </a:r>
            <a:r>
              <a:rPr lang="es-CO" sz="3600" dirty="0" err="1">
                <a:solidFill>
                  <a:schemeClr val="dk1"/>
                </a:solidFill>
                <a:latin typeface="Calibri"/>
                <a:ea typeface="Calibri"/>
                <a:cs typeface="Calibri"/>
                <a:sym typeface="Calibri"/>
              </a:rPr>
              <a:t>from</a:t>
            </a:r>
            <a:r>
              <a:rPr lang="es-CO" sz="3600" dirty="0">
                <a:solidFill>
                  <a:schemeClr val="dk1"/>
                </a:solidFill>
                <a:latin typeface="Calibri"/>
                <a:ea typeface="Calibri"/>
                <a:cs typeface="Calibri"/>
                <a:sym typeface="Calibri"/>
              </a:rPr>
              <a:t> </a:t>
            </a:r>
            <a:r>
              <a:rPr lang="es-CO" sz="3600" dirty="0">
                <a:solidFill>
                  <a:schemeClr val="dk1"/>
                </a:solidFill>
                <a:latin typeface="Calibri"/>
                <a:ea typeface="Calibri"/>
                <a:cs typeface="Calibri"/>
                <a:sym typeface="Calibri"/>
                <a:hlinkClick r:id="rId3"/>
              </a:rPr>
              <a:t>https://matplotlib.org/</a:t>
            </a:r>
            <a:endParaRPr lang="es-CO" sz="3600" dirty="0">
              <a:solidFill>
                <a:schemeClr val="dk1"/>
              </a:solidFill>
              <a:latin typeface="Calibri"/>
              <a:ea typeface="Calibri"/>
              <a:cs typeface="Calibri"/>
              <a:sym typeface="Calibri"/>
            </a:endParaRPr>
          </a:p>
          <a:p>
            <a:pPr marL="0" marR="0" lvl="0" indent="0" algn="l" rtl="0">
              <a:spcBef>
                <a:spcPts val="0"/>
              </a:spcBef>
              <a:spcAft>
                <a:spcPts val="0"/>
              </a:spcAft>
              <a:buNone/>
            </a:pPr>
            <a:r>
              <a:rPr lang="en-US" sz="3600" dirty="0">
                <a:solidFill>
                  <a:schemeClr val="dk1"/>
                </a:solidFill>
                <a:latin typeface="Calibri"/>
                <a:ea typeface="Calibri"/>
                <a:cs typeface="Calibri"/>
                <a:sym typeface="Calibri"/>
              </a:rPr>
              <a:t>Waskom, M., et al. (n.d.). Seaborn: Statistical data visualization [Software documentation]. Retrieved June 11, 2025, from </a:t>
            </a:r>
            <a:r>
              <a:rPr lang="en-US" sz="3600" dirty="0">
                <a:solidFill>
                  <a:schemeClr val="dk1"/>
                </a:solidFill>
                <a:latin typeface="Calibri"/>
                <a:ea typeface="Calibri"/>
                <a:cs typeface="Calibri"/>
                <a:sym typeface="Calibri"/>
                <a:hlinkClick r:id="rId4"/>
              </a:rPr>
              <a:t>https://seaborn.pydata.org/</a:t>
            </a:r>
            <a:endParaRPr lang="en-US" sz="3600" dirty="0">
              <a:solidFill>
                <a:schemeClr val="dk1"/>
              </a:solidFill>
              <a:latin typeface="Calibri"/>
              <a:ea typeface="Calibri"/>
              <a:cs typeface="Calibri"/>
              <a:sym typeface="Calibri"/>
            </a:endParaRPr>
          </a:p>
          <a:p>
            <a:pPr marL="0" marR="0" lvl="0" indent="0" algn="l" rtl="0">
              <a:spcBef>
                <a:spcPts val="0"/>
              </a:spcBef>
              <a:spcAft>
                <a:spcPts val="0"/>
              </a:spcAft>
              <a:buNone/>
            </a:pPr>
            <a:endParaRPr lang="es-CO" sz="3600" dirty="0">
              <a:solidFill>
                <a:schemeClr val="dk1"/>
              </a:solidFill>
              <a:latin typeface="Calibri"/>
              <a:ea typeface="Calibri"/>
              <a:cs typeface="Calibri"/>
              <a:sym typeface="Calibri"/>
            </a:endParaRPr>
          </a:p>
        </p:txBody>
      </p:sp>
      <p:sp>
        <p:nvSpPr>
          <p:cNvPr id="98" name="Google Shape;98;p1"/>
          <p:cNvSpPr txBox="1"/>
          <p:nvPr/>
        </p:nvSpPr>
        <p:spPr>
          <a:xfrm>
            <a:off x="384174" y="5955719"/>
            <a:ext cx="31086426" cy="369332"/>
          </a:xfrm>
          <a:prstGeom prst="rect">
            <a:avLst/>
          </a:prstGeom>
          <a:solidFill>
            <a:srgbClr val="0070C0"/>
          </a:solidFill>
          <a:ln w="9525" cap="flat" cmpd="sng">
            <a:solidFill>
              <a:schemeClr val="accent6"/>
            </a:solidFill>
            <a:prstDash val="solid"/>
            <a:miter lim="800000"/>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endParaRPr sz="1800" b="1">
              <a:solidFill>
                <a:schemeClr val="dk1"/>
              </a:solidFill>
              <a:latin typeface="Calibri"/>
              <a:ea typeface="Calibri"/>
              <a:cs typeface="Calibri"/>
              <a:sym typeface="Calibri"/>
            </a:endParaRPr>
          </a:p>
        </p:txBody>
      </p:sp>
      <p:sp>
        <p:nvSpPr>
          <p:cNvPr id="99" name="Google Shape;99;p1"/>
          <p:cNvSpPr txBox="1"/>
          <p:nvPr/>
        </p:nvSpPr>
        <p:spPr>
          <a:xfrm>
            <a:off x="523345" y="28965387"/>
            <a:ext cx="15226078" cy="8279149"/>
          </a:xfrm>
          <a:prstGeom prst="rect">
            <a:avLst/>
          </a:prstGeom>
          <a:noFill/>
          <a:ln>
            <a:noFill/>
          </a:ln>
        </p:spPr>
        <p:txBody>
          <a:bodyPr spcFirstLastPara="1" wrap="square" lIns="91425" tIns="45700" rIns="91425" bIns="45700" anchor="t" anchorCtr="0">
            <a:spAutoFit/>
          </a:bodyPr>
          <a:lstStyle/>
          <a:p>
            <a:pPr marL="0" marR="0" lvl="0" indent="0" algn="just" rtl="0">
              <a:spcBef>
                <a:spcPts val="0"/>
              </a:spcBef>
              <a:spcAft>
                <a:spcPts val="0"/>
              </a:spcAft>
              <a:buNone/>
            </a:pPr>
            <a:r>
              <a:rPr lang="es-CO" sz="3800" dirty="0">
                <a:solidFill>
                  <a:schemeClr val="dk1"/>
                </a:solidFill>
                <a:latin typeface="Calibri"/>
                <a:ea typeface="Calibri"/>
                <a:cs typeface="Calibri"/>
                <a:sym typeface="Calibri"/>
              </a:rPr>
              <a:t>Para este análisis se uso un web </a:t>
            </a:r>
            <a:r>
              <a:rPr lang="es-CO" sz="3800" dirty="0" err="1">
                <a:solidFill>
                  <a:schemeClr val="dk1"/>
                </a:solidFill>
                <a:latin typeface="Calibri"/>
                <a:ea typeface="Calibri"/>
                <a:cs typeface="Calibri"/>
                <a:sym typeface="Calibri"/>
              </a:rPr>
              <a:t>scraper</a:t>
            </a:r>
            <a:r>
              <a:rPr lang="es-CO" sz="3800" dirty="0">
                <a:solidFill>
                  <a:schemeClr val="dk1"/>
                </a:solidFill>
                <a:latin typeface="Calibri"/>
                <a:ea typeface="Calibri"/>
                <a:cs typeface="Calibri"/>
                <a:sym typeface="Calibri"/>
              </a:rPr>
              <a:t> que recolectaba la información de los comentarios asociados a varios link (De las películas de culto analizadas). Para este criterio se buscaron películas de culto basadas en el duelo y la tecnología, teniendo relación con el enfoque presentado anteriormente. </a:t>
            </a:r>
          </a:p>
          <a:p>
            <a:pPr marL="0" marR="0" lvl="0" indent="0" algn="just" rtl="0">
              <a:spcBef>
                <a:spcPts val="0"/>
              </a:spcBef>
              <a:spcAft>
                <a:spcPts val="0"/>
              </a:spcAft>
              <a:buNone/>
            </a:pPr>
            <a:endParaRPr lang="es-CO" sz="3800" dirty="0">
              <a:solidFill>
                <a:schemeClr val="dk1"/>
              </a:solidFill>
              <a:latin typeface="Calibri"/>
              <a:ea typeface="Calibri"/>
              <a:cs typeface="Calibri"/>
              <a:sym typeface="Calibri"/>
            </a:endParaRPr>
          </a:p>
          <a:p>
            <a:pPr marL="0" marR="0" lvl="0" indent="0" algn="just" rtl="0">
              <a:spcBef>
                <a:spcPts val="0"/>
              </a:spcBef>
              <a:spcAft>
                <a:spcPts val="0"/>
              </a:spcAft>
              <a:buNone/>
            </a:pPr>
            <a:r>
              <a:rPr lang="es-CO" sz="3800" dirty="0">
                <a:solidFill>
                  <a:schemeClr val="dk1"/>
                </a:solidFill>
                <a:latin typeface="Calibri"/>
                <a:ea typeface="Calibri"/>
                <a:cs typeface="Calibri"/>
                <a:sym typeface="Calibri"/>
              </a:rPr>
              <a:t>Primero se realizo un análisis explicativo de datos, centrándose en detectar y eliminar los </a:t>
            </a:r>
            <a:r>
              <a:rPr lang="es-CO" sz="3800" dirty="0" err="1">
                <a:solidFill>
                  <a:schemeClr val="dk1"/>
                </a:solidFill>
                <a:latin typeface="Calibri"/>
                <a:ea typeface="Calibri"/>
                <a:cs typeface="Calibri"/>
                <a:sym typeface="Calibri"/>
              </a:rPr>
              <a:t>Outliers</a:t>
            </a:r>
            <a:r>
              <a:rPr lang="es-CO" sz="3800" dirty="0">
                <a:solidFill>
                  <a:schemeClr val="dk1"/>
                </a:solidFill>
                <a:latin typeface="Calibri"/>
                <a:ea typeface="Calibri"/>
                <a:cs typeface="Calibri"/>
                <a:sym typeface="Calibri"/>
              </a:rPr>
              <a:t> para poder tener un análisis real de la información. Aquí se usaron varios recursos estadísticos como el </a:t>
            </a:r>
            <a:r>
              <a:rPr lang="es-CO" sz="3800" dirty="0" err="1">
                <a:solidFill>
                  <a:schemeClr val="dk1"/>
                </a:solidFill>
                <a:latin typeface="Calibri"/>
                <a:ea typeface="Calibri"/>
                <a:cs typeface="Calibri"/>
                <a:sym typeface="Calibri"/>
              </a:rPr>
              <a:t>Boxplot</a:t>
            </a:r>
            <a:r>
              <a:rPr lang="es-CO" sz="3800" dirty="0">
                <a:solidFill>
                  <a:schemeClr val="dk1"/>
                </a:solidFill>
                <a:latin typeface="Calibri"/>
                <a:ea typeface="Calibri"/>
                <a:cs typeface="Calibri"/>
                <a:sym typeface="Calibri"/>
              </a:rPr>
              <a:t> y el diagrama de violín para identificar la polaridad de los comentarios por película, encontrando la media, y la distribución de los comentarios. Luego de esto se analiza por medio de una cauterización con </a:t>
            </a:r>
            <a:r>
              <a:rPr lang="es-CO" sz="3800" dirty="0" err="1">
                <a:solidFill>
                  <a:schemeClr val="dk1"/>
                </a:solidFill>
                <a:latin typeface="Calibri"/>
                <a:ea typeface="Calibri"/>
                <a:cs typeface="Calibri"/>
                <a:sym typeface="Calibri"/>
              </a:rPr>
              <a:t>Kmeans</a:t>
            </a:r>
            <a:r>
              <a:rPr lang="es-CO" sz="3800" dirty="0">
                <a:solidFill>
                  <a:schemeClr val="dk1"/>
                </a:solidFill>
                <a:latin typeface="Calibri"/>
                <a:ea typeface="Calibri"/>
                <a:cs typeface="Calibri"/>
                <a:sym typeface="Calibri"/>
              </a:rPr>
              <a:t>, las tendencias de los datos, encontrando dos </a:t>
            </a:r>
            <a:r>
              <a:rPr lang="es-CO" sz="3800" dirty="0" err="1">
                <a:solidFill>
                  <a:schemeClr val="dk1"/>
                </a:solidFill>
                <a:latin typeface="Calibri"/>
                <a:ea typeface="Calibri"/>
                <a:cs typeface="Calibri"/>
                <a:sym typeface="Calibri"/>
              </a:rPr>
              <a:t>clusters</a:t>
            </a:r>
            <a:r>
              <a:rPr lang="es-CO" sz="3800" dirty="0">
                <a:solidFill>
                  <a:schemeClr val="dk1"/>
                </a:solidFill>
                <a:latin typeface="Calibri"/>
                <a:ea typeface="Calibri"/>
                <a:cs typeface="Calibri"/>
                <a:sym typeface="Calibri"/>
              </a:rPr>
              <a:t> relevantes para este caso. identificando patrones en los comentarios asociados por película, y en contexto general de las películas de culto analizadas. </a:t>
            </a:r>
            <a:endParaRPr sz="3800" dirty="0">
              <a:solidFill>
                <a:schemeClr val="dk1"/>
              </a:solidFill>
              <a:latin typeface="Calibri"/>
              <a:ea typeface="Calibri"/>
              <a:cs typeface="Calibri"/>
              <a:sym typeface="Calibri"/>
            </a:endParaRPr>
          </a:p>
        </p:txBody>
      </p:sp>
      <p:sp>
        <p:nvSpPr>
          <p:cNvPr id="101" name="Google Shape;101;p1"/>
          <p:cNvSpPr txBox="1"/>
          <p:nvPr/>
        </p:nvSpPr>
        <p:spPr>
          <a:xfrm>
            <a:off x="17204078" y="233546"/>
            <a:ext cx="13730400" cy="575538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s-CO" sz="9200" dirty="0">
                <a:ln w="0"/>
                <a:solidFill>
                  <a:schemeClr val="tx1"/>
                </a:solidFill>
                <a:effectLst>
                  <a:outerShdw blurRad="38100" dist="19050" dir="2700000" algn="tl" rotWithShape="0">
                    <a:schemeClr val="dk1">
                      <a:alpha val="40000"/>
                    </a:schemeClr>
                  </a:outerShdw>
                </a:effectLst>
                <a:latin typeface="Calibri"/>
                <a:ea typeface="Calibri"/>
                <a:cs typeface="Calibri"/>
                <a:sym typeface="Calibri"/>
              </a:rPr>
              <a:t>II Socialización de Trabajos de Grado – Facultad de Ingeniería y C. </a:t>
            </a:r>
            <a:r>
              <a:rPr lang="es-CO" sz="9200" dirty="0" err="1">
                <a:ln w="0"/>
                <a:solidFill>
                  <a:schemeClr val="tx1"/>
                </a:solidFill>
                <a:effectLst>
                  <a:outerShdw blurRad="38100" dist="19050" dir="2700000" algn="tl" rotWithShape="0">
                    <a:schemeClr val="dk1">
                      <a:alpha val="40000"/>
                    </a:schemeClr>
                  </a:outerShdw>
                </a:effectLst>
                <a:latin typeface="Calibri"/>
                <a:ea typeface="Calibri"/>
                <a:cs typeface="Calibri"/>
                <a:sym typeface="Calibri"/>
              </a:rPr>
              <a:t>Agrop</a:t>
            </a:r>
            <a:r>
              <a:rPr lang="es-CO" sz="9200" dirty="0">
                <a:ln w="0"/>
                <a:solidFill>
                  <a:schemeClr val="tx1"/>
                </a:solidFill>
                <a:effectLst>
                  <a:outerShdw blurRad="38100" dist="19050" dir="2700000" algn="tl" rotWithShape="0">
                    <a:schemeClr val="dk1">
                      <a:alpha val="40000"/>
                    </a:schemeClr>
                  </a:outerShdw>
                </a:effectLst>
                <a:latin typeface="Calibri"/>
                <a:ea typeface="Calibri"/>
                <a:cs typeface="Calibri"/>
                <a:sym typeface="Calibri"/>
              </a:rPr>
              <a:t>.</a:t>
            </a:r>
          </a:p>
          <a:p>
            <a:pPr marL="0" marR="0" lvl="0" indent="0" algn="ctr" rtl="0">
              <a:spcBef>
                <a:spcPts val="0"/>
              </a:spcBef>
              <a:spcAft>
                <a:spcPts val="0"/>
              </a:spcAft>
              <a:buNone/>
            </a:pPr>
            <a:r>
              <a:rPr lang="es-CO" sz="9200" dirty="0">
                <a:ln w="0"/>
                <a:solidFill>
                  <a:schemeClr val="tx1"/>
                </a:solidFill>
                <a:effectLst>
                  <a:outerShdw blurRad="38100" dist="19050" dir="2700000" algn="tl" rotWithShape="0">
                    <a:schemeClr val="dk1">
                      <a:alpha val="40000"/>
                    </a:schemeClr>
                  </a:outerShdw>
                </a:effectLst>
                <a:latin typeface="Calibri"/>
                <a:ea typeface="Calibri"/>
                <a:cs typeface="Calibri"/>
                <a:sym typeface="Calibri"/>
              </a:rPr>
              <a:t>2025-1</a:t>
            </a:r>
            <a:endParaRPr sz="9200" dirty="0">
              <a:ln w="0"/>
              <a:solidFill>
                <a:schemeClr val="tx1"/>
              </a:solidFill>
              <a:effectLst>
                <a:outerShdw blurRad="38100" dist="19050" dir="2700000" algn="tl" rotWithShape="0">
                  <a:schemeClr val="dk1">
                    <a:alpha val="40000"/>
                  </a:schemeClr>
                </a:outerShdw>
              </a:effectLst>
              <a:latin typeface="Calibri"/>
              <a:ea typeface="Calibri"/>
              <a:cs typeface="Calibri"/>
              <a:sym typeface="Calibri"/>
            </a:endParaRPr>
          </a:p>
        </p:txBody>
      </p:sp>
      <p:pic>
        <p:nvPicPr>
          <p:cNvPr id="3" name="Imagen 2">
            <a:extLst>
              <a:ext uri="{FF2B5EF4-FFF2-40B4-BE49-F238E27FC236}">
                <a16:creationId xmlns:a16="http://schemas.microsoft.com/office/drawing/2014/main" id="{BECC312B-6FBE-8987-4C14-6863D104AFAD}"/>
              </a:ext>
            </a:extLst>
          </p:cNvPr>
          <p:cNvPicPr>
            <a:picLocks noChangeAspect="1"/>
          </p:cNvPicPr>
          <p:nvPr/>
        </p:nvPicPr>
        <p:blipFill>
          <a:blip r:embed="rId5"/>
          <a:stretch>
            <a:fillRect/>
          </a:stretch>
        </p:blipFill>
        <p:spPr>
          <a:xfrm>
            <a:off x="1435760" y="1435627"/>
            <a:ext cx="14729657" cy="2931631"/>
          </a:xfrm>
          <a:prstGeom prst="rect">
            <a:avLst/>
          </a:prstGeom>
        </p:spPr>
      </p:pic>
      <p:sp>
        <p:nvSpPr>
          <p:cNvPr id="6" name="TextBox 5">
            <a:extLst>
              <a:ext uri="{FF2B5EF4-FFF2-40B4-BE49-F238E27FC236}">
                <a16:creationId xmlns:a16="http://schemas.microsoft.com/office/drawing/2014/main" id="{4FAD3A37-B5F5-BC72-DEBE-D6B3541E9B3E}"/>
              </a:ext>
            </a:extLst>
          </p:cNvPr>
          <p:cNvSpPr txBox="1"/>
          <p:nvPr/>
        </p:nvSpPr>
        <p:spPr>
          <a:xfrm>
            <a:off x="22679711" y="16000907"/>
            <a:ext cx="9023347" cy="2523768"/>
          </a:xfrm>
          <a:prstGeom prst="rect">
            <a:avLst/>
          </a:prstGeom>
          <a:noFill/>
        </p:spPr>
        <p:txBody>
          <a:bodyPr wrap="square">
            <a:spAutoFit/>
          </a:bodyPr>
          <a:lstStyle/>
          <a:p>
            <a:pPr marL="0" marR="0" lvl="0" indent="0" algn="just" rtl="0">
              <a:spcBef>
                <a:spcPts val="0"/>
              </a:spcBef>
              <a:spcAft>
                <a:spcPts val="0"/>
              </a:spcAft>
              <a:buNone/>
            </a:pPr>
            <a:r>
              <a:rPr lang="es-CO" sz="3600" dirty="0">
                <a:solidFill>
                  <a:schemeClr val="dk1"/>
                </a:solidFill>
                <a:latin typeface="Calibri"/>
                <a:ea typeface="Calibri"/>
                <a:cs typeface="Calibri"/>
                <a:sym typeface="Calibri"/>
              </a:rPr>
              <a:t>Desde el </a:t>
            </a:r>
            <a:r>
              <a:rPr lang="es-CO" sz="3600" dirty="0" err="1">
                <a:solidFill>
                  <a:schemeClr val="dk1"/>
                </a:solidFill>
                <a:latin typeface="Calibri"/>
                <a:ea typeface="Calibri"/>
                <a:cs typeface="Calibri"/>
                <a:sym typeface="Calibri"/>
              </a:rPr>
              <a:t>Silhouette</a:t>
            </a:r>
            <a:r>
              <a:rPr lang="es-CO" sz="3600" dirty="0">
                <a:solidFill>
                  <a:schemeClr val="dk1"/>
                </a:solidFill>
                <a:latin typeface="Calibri"/>
                <a:ea typeface="Calibri"/>
                <a:cs typeface="Calibri"/>
                <a:sym typeface="Calibri"/>
              </a:rPr>
              <a:t> y </a:t>
            </a:r>
            <a:r>
              <a:rPr lang="es-CO" sz="3600" dirty="0" err="1">
                <a:solidFill>
                  <a:schemeClr val="dk1"/>
                </a:solidFill>
                <a:latin typeface="Calibri"/>
                <a:ea typeface="Calibri"/>
                <a:cs typeface="Calibri"/>
                <a:sym typeface="Calibri"/>
              </a:rPr>
              <a:t>elbow</a:t>
            </a:r>
            <a:r>
              <a:rPr lang="es-CO" sz="3600" dirty="0">
                <a:solidFill>
                  <a:schemeClr val="dk1"/>
                </a:solidFill>
                <a:latin typeface="Calibri"/>
                <a:ea typeface="Calibri"/>
                <a:cs typeface="Calibri"/>
                <a:sym typeface="Calibri"/>
              </a:rPr>
              <a:t> </a:t>
            </a:r>
            <a:r>
              <a:rPr lang="es-CO" sz="3600" dirty="0" err="1">
                <a:solidFill>
                  <a:schemeClr val="dk1"/>
                </a:solidFill>
                <a:latin typeface="Calibri"/>
                <a:ea typeface="Calibri"/>
                <a:cs typeface="Calibri"/>
                <a:sym typeface="Calibri"/>
              </a:rPr>
              <a:t>plow</a:t>
            </a:r>
            <a:r>
              <a:rPr lang="es-CO" sz="3600" dirty="0">
                <a:solidFill>
                  <a:schemeClr val="dk1"/>
                </a:solidFill>
                <a:latin typeface="Calibri"/>
                <a:ea typeface="Calibri"/>
                <a:cs typeface="Calibri"/>
                <a:sym typeface="Calibri"/>
              </a:rPr>
              <a:t>, identificamos que tenemos dos </a:t>
            </a:r>
            <a:r>
              <a:rPr lang="es-CO" sz="3600" dirty="0" err="1">
                <a:solidFill>
                  <a:schemeClr val="dk1"/>
                </a:solidFill>
                <a:latin typeface="Calibri"/>
                <a:ea typeface="Calibri"/>
                <a:cs typeface="Calibri"/>
                <a:sym typeface="Calibri"/>
              </a:rPr>
              <a:t>clusters</a:t>
            </a:r>
            <a:r>
              <a:rPr lang="es-CO" sz="3600" dirty="0">
                <a:solidFill>
                  <a:schemeClr val="dk1"/>
                </a:solidFill>
                <a:latin typeface="Calibri"/>
                <a:ea typeface="Calibri"/>
                <a:cs typeface="Calibri"/>
                <a:sym typeface="Calibri"/>
              </a:rPr>
              <a:t> diferenciados. Analizando la información se identifican la variación entre 6 clústeres.</a:t>
            </a:r>
            <a:endParaRPr lang="es-CO" sz="1400" dirty="0">
              <a:solidFill>
                <a:schemeClr val="dk1"/>
              </a:solidFill>
              <a:latin typeface="Calibri"/>
              <a:ea typeface="Calibri"/>
              <a:cs typeface="Calibri"/>
              <a:sym typeface="Calibri"/>
            </a:endParaRPr>
          </a:p>
          <a:p>
            <a:pPr lvl="0" algn="just"/>
            <a:endParaRPr lang="es-CO" sz="1400" dirty="0">
              <a:solidFill>
                <a:schemeClr val="dk1"/>
              </a:solidFill>
              <a:latin typeface="Calibri"/>
              <a:ea typeface="Calibri"/>
              <a:cs typeface="Calibri"/>
              <a:sym typeface="Calibri"/>
            </a:endParaRPr>
          </a:p>
        </p:txBody>
      </p:sp>
      <p:pic>
        <p:nvPicPr>
          <p:cNvPr id="10" name="Picture 9">
            <a:extLst>
              <a:ext uri="{FF2B5EF4-FFF2-40B4-BE49-F238E27FC236}">
                <a16:creationId xmlns:a16="http://schemas.microsoft.com/office/drawing/2014/main" id="{CF59FD57-495D-3533-A3BB-95D040FD200E}"/>
              </a:ext>
            </a:extLst>
          </p:cNvPr>
          <p:cNvPicPr>
            <a:picLocks noChangeAspect="1"/>
          </p:cNvPicPr>
          <p:nvPr/>
        </p:nvPicPr>
        <p:blipFill>
          <a:blip r:embed="rId6"/>
          <a:stretch>
            <a:fillRect/>
          </a:stretch>
        </p:blipFill>
        <p:spPr>
          <a:xfrm>
            <a:off x="16470647" y="16464729"/>
            <a:ext cx="5428209" cy="3602228"/>
          </a:xfrm>
          <a:prstGeom prst="rect">
            <a:avLst/>
          </a:prstGeom>
        </p:spPr>
      </p:pic>
      <p:sp>
        <p:nvSpPr>
          <p:cNvPr id="12" name="TextBox 11">
            <a:extLst>
              <a:ext uri="{FF2B5EF4-FFF2-40B4-BE49-F238E27FC236}">
                <a16:creationId xmlns:a16="http://schemas.microsoft.com/office/drawing/2014/main" id="{152796B9-F8BE-A785-BB59-C77A441E2185}"/>
              </a:ext>
            </a:extLst>
          </p:cNvPr>
          <p:cNvSpPr txBox="1"/>
          <p:nvPr/>
        </p:nvSpPr>
        <p:spPr>
          <a:xfrm>
            <a:off x="16555186" y="29415075"/>
            <a:ext cx="15320757" cy="7509748"/>
          </a:xfrm>
          <a:prstGeom prst="rect">
            <a:avLst/>
          </a:prstGeom>
          <a:noFill/>
        </p:spPr>
        <p:txBody>
          <a:bodyPr wrap="square">
            <a:spAutoFit/>
          </a:bodyPr>
          <a:lstStyle/>
          <a:p>
            <a:pPr marL="0" marR="0" lvl="0" indent="0" algn="just" rtl="0">
              <a:spcBef>
                <a:spcPts val="0"/>
              </a:spcBef>
              <a:spcAft>
                <a:spcPts val="0"/>
              </a:spcAft>
              <a:buNone/>
            </a:pPr>
            <a:r>
              <a:rPr lang="es-CO" sz="3600" dirty="0">
                <a:solidFill>
                  <a:schemeClr val="dk1"/>
                </a:solidFill>
                <a:latin typeface="Calibri"/>
                <a:ea typeface="Calibri"/>
                <a:cs typeface="Calibri"/>
                <a:sym typeface="Calibri"/>
              </a:rPr>
              <a:t>Se evidencia que las película de culto son ampliamente comentadas, identificando patrones en común, generando una distribución de 6 clústeres, entre los cuales se reconoce que la mayoría de los datos están ubicados en </a:t>
            </a:r>
            <a:r>
              <a:rPr lang="es-CO" sz="3600" dirty="0" err="1">
                <a:solidFill>
                  <a:schemeClr val="dk1"/>
                </a:solidFill>
                <a:latin typeface="Calibri"/>
                <a:ea typeface="Calibri"/>
                <a:cs typeface="Calibri"/>
                <a:sym typeface="Calibri"/>
              </a:rPr>
              <a:t>cluster</a:t>
            </a:r>
            <a:r>
              <a:rPr lang="es-CO" sz="3600" dirty="0">
                <a:solidFill>
                  <a:schemeClr val="dk1"/>
                </a:solidFill>
                <a:latin typeface="Calibri"/>
                <a:ea typeface="Calibri"/>
                <a:cs typeface="Calibri"/>
                <a:sym typeface="Calibri"/>
              </a:rPr>
              <a:t> 4. </a:t>
            </a:r>
          </a:p>
          <a:p>
            <a:pPr marL="0" marR="0" lvl="0" indent="0" algn="just" rtl="0">
              <a:spcBef>
                <a:spcPts val="0"/>
              </a:spcBef>
              <a:spcAft>
                <a:spcPts val="0"/>
              </a:spcAft>
              <a:buNone/>
            </a:pPr>
            <a:r>
              <a:rPr lang="es-CO" sz="3600" dirty="0">
                <a:solidFill>
                  <a:schemeClr val="dk1"/>
                </a:solidFill>
                <a:latin typeface="Calibri"/>
                <a:ea typeface="Calibri"/>
                <a:cs typeface="Calibri"/>
                <a:sym typeface="Calibri"/>
              </a:rPr>
              <a:t>Aunque los comentarios son variados, la mayoría de ellos están dentro de un promedio de 16 palabras, Con una polaridad moderada, de 0.11 </a:t>
            </a:r>
            <a:r>
              <a:rPr lang="es-CO" sz="3600" dirty="0" err="1">
                <a:solidFill>
                  <a:schemeClr val="dk1"/>
                </a:solidFill>
                <a:latin typeface="Calibri"/>
                <a:ea typeface="Calibri"/>
                <a:cs typeface="Calibri"/>
                <a:sym typeface="Calibri"/>
              </a:rPr>
              <a:t>aprox</a:t>
            </a:r>
            <a:r>
              <a:rPr lang="es-CO" sz="3600" dirty="0">
                <a:solidFill>
                  <a:schemeClr val="dk1"/>
                </a:solidFill>
                <a:latin typeface="Calibri"/>
                <a:ea typeface="Calibri"/>
                <a:cs typeface="Calibri"/>
                <a:sym typeface="Calibri"/>
              </a:rPr>
              <a:t>, con una subjetividad media, identificando opinión peor también hechos dentro del comentario y tienen un puntaje alto, identificando que son películas altamente vistas y por ende son llamadas películas de culto. Esto nos lleva a pensar en una relevancia del contenido de la película, en relación a las vivencias subjetivas de los espectadores, que llegan a ver estas películas con alto interés en entender situaciones especificas, y por ende los lleva a pensar mas allá, y dejar comentarios asociados al sentimiento encontrado. </a:t>
            </a:r>
            <a:endParaRPr lang="es-CO" sz="1400" dirty="0">
              <a:solidFill>
                <a:schemeClr val="dk1"/>
              </a:solidFill>
              <a:latin typeface="Calibri"/>
              <a:ea typeface="Calibri"/>
              <a:cs typeface="Calibri"/>
              <a:sym typeface="Calibri"/>
            </a:endParaRPr>
          </a:p>
          <a:p>
            <a:pPr lvl="0" algn="just"/>
            <a:endParaRPr lang="es-CO" sz="1400" dirty="0">
              <a:solidFill>
                <a:schemeClr val="dk1"/>
              </a:solidFill>
              <a:latin typeface="Calibri"/>
              <a:ea typeface="Calibri"/>
              <a:cs typeface="Calibri"/>
              <a:sym typeface="Calibri"/>
            </a:endParaRPr>
          </a:p>
        </p:txBody>
      </p:sp>
      <p:pic>
        <p:nvPicPr>
          <p:cNvPr id="22" name="Picture 21">
            <a:extLst>
              <a:ext uri="{FF2B5EF4-FFF2-40B4-BE49-F238E27FC236}">
                <a16:creationId xmlns:a16="http://schemas.microsoft.com/office/drawing/2014/main" id="{69979F03-F6A4-90D8-5032-139679F69C32}"/>
              </a:ext>
            </a:extLst>
          </p:cNvPr>
          <p:cNvPicPr>
            <a:picLocks noChangeAspect="1"/>
          </p:cNvPicPr>
          <p:nvPr/>
        </p:nvPicPr>
        <p:blipFill>
          <a:blip r:embed="rId7"/>
          <a:srcRect l="3189"/>
          <a:stretch>
            <a:fillRect/>
          </a:stretch>
        </p:blipFill>
        <p:spPr>
          <a:xfrm>
            <a:off x="16649824" y="20336009"/>
            <a:ext cx="10835185" cy="2927027"/>
          </a:xfrm>
          <a:prstGeom prst="rect">
            <a:avLst/>
          </a:prstGeom>
        </p:spPr>
      </p:pic>
      <p:sp>
        <p:nvSpPr>
          <p:cNvPr id="23" name="TextBox 22">
            <a:extLst>
              <a:ext uri="{FF2B5EF4-FFF2-40B4-BE49-F238E27FC236}">
                <a16:creationId xmlns:a16="http://schemas.microsoft.com/office/drawing/2014/main" id="{0D807D1A-52CB-4E57-BF2F-102B05F1BD2B}"/>
              </a:ext>
            </a:extLst>
          </p:cNvPr>
          <p:cNvSpPr txBox="1"/>
          <p:nvPr/>
        </p:nvSpPr>
        <p:spPr>
          <a:xfrm>
            <a:off x="16649824" y="23889672"/>
            <a:ext cx="14858834" cy="3293209"/>
          </a:xfrm>
          <a:prstGeom prst="rect">
            <a:avLst/>
          </a:prstGeom>
          <a:noFill/>
        </p:spPr>
        <p:txBody>
          <a:bodyPr wrap="square">
            <a:spAutoFit/>
          </a:bodyPr>
          <a:lstStyle/>
          <a:p>
            <a:pPr marL="0" marR="0" lvl="0" indent="0" algn="just" rtl="0">
              <a:spcBef>
                <a:spcPts val="0"/>
              </a:spcBef>
              <a:spcAft>
                <a:spcPts val="0"/>
              </a:spcAft>
              <a:buNone/>
            </a:pPr>
            <a:r>
              <a:rPr lang="es-CO" sz="3600" dirty="0">
                <a:solidFill>
                  <a:schemeClr val="dk1"/>
                </a:solidFill>
                <a:latin typeface="Calibri"/>
                <a:ea typeface="Calibri"/>
                <a:cs typeface="Calibri"/>
                <a:sym typeface="Calibri"/>
              </a:rPr>
              <a:t>Aun así podemos notar que la mayoría de los comentarios están dentro del clúster 4, es decir la mayoría de comentarios, son breves, pero significativos. Enfatizando en una polaridad, que tiende a ser alta. Además de tener una subjetividad media, mezclando opiniones con hechos, los cuales suelen tener un puntaje alto en la calificación asociada al comentario. </a:t>
            </a:r>
          </a:p>
          <a:p>
            <a:pPr marL="0" marR="0" lvl="0" indent="0" algn="just" rtl="0">
              <a:spcBef>
                <a:spcPts val="0"/>
              </a:spcBef>
              <a:spcAft>
                <a:spcPts val="0"/>
              </a:spcAft>
              <a:buNone/>
            </a:pPr>
            <a:endParaRPr lang="es-CO" sz="1400" dirty="0">
              <a:solidFill>
                <a:schemeClr val="dk1"/>
              </a:solidFill>
              <a:latin typeface="Calibri"/>
              <a:ea typeface="Calibri"/>
              <a:cs typeface="Calibri"/>
              <a:sym typeface="Calibri"/>
            </a:endParaRPr>
          </a:p>
          <a:p>
            <a:pPr lvl="0" algn="just"/>
            <a:endParaRPr lang="es-CO" sz="1400" dirty="0">
              <a:solidFill>
                <a:schemeClr val="dk1"/>
              </a:solidFill>
              <a:latin typeface="Calibri"/>
              <a:ea typeface="Calibri"/>
              <a:cs typeface="Calibri"/>
              <a:sym typeface="Calibri"/>
            </a:endParaRPr>
          </a:p>
        </p:txBody>
      </p:sp>
      <p:pic>
        <p:nvPicPr>
          <p:cNvPr id="25" name="Picture 24">
            <a:extLst>
              <a:ext uri="{FF2B5EF4-FFF2-40B4-BE49-F238E27FC236}">
                <a16:creationId xmlns:a16="http://schemas.microsoft.com/office/drawing/2014/main" id="{8C426550-DC57-56F2-36E2-0C2D6B0C59E7}"/>
              </a:ext>
            </a:extLst>
          </p:cNvPr>
          <p:cNvPicPr>
            <a:picLocks noChangeAspect="1"/>
          </p:cNvPicPr>
          <p:nvPr/>
        </p:nvPicPr>
        <p:blipFill>
          <a:blip r:embed="rId8"/>
          <a:srcRect l="631" t="-4653" r="-631" b="4653"/>
          <a:stretch>
            <a:fillRect/>
          </a:stretch>
        </p:blipFill>
        <p:spPr>
          <a:xfrm>
            <a:off x="16219570" y="12804098"/>
            <a:ext cx="5840276" cy="3494591"/>
          </a:xfrm>
          <a:prstGeom prst="rect">
            <a:avLst/>
          </a:prstGeom>
        </p:spPr>
      </p:pic>
    </p:spTree>
  </p:cSld>
  <p:clrMapOvr>
    <a:masterClrMapping/>
  </p:clrMapOvr>
</p:sld>
</file>

<file path=ppt/theme/theme1.xml><?xml version="1.0" encoding="utf-8"?>
<a:theme xmlns:a="http://schemas.openxmlformats.org/drawingml/2006/main" name="Tema de Office">
  <a:themeElements>
    <a:clrScheme name="Tema de 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465</TotalTime>
  <Words>845</Words>
  <Application>Microsoft Office PowerPoint</Application>
  <PresentationFormat>Custom</PresentationFormat>
  <Paragraphs>30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Tema de Office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Diseñador Fondo Editorial UCO;Jaime Andrés Gutiérrez-Monsalve</dc:creator>
  <cp:lastModifiedBy>andrea aramburo pelaez</cp:lastModifiedBy>
  <cp:revision>9</cp:revision>
  <dcterms:modified xsi:type="dcterms:W3CDTF">2025-06-11T15:45:01Z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0x0101009C68CF60C4403B49B44787A98CA26284</vt:lpwstr>
  </property>
</Properties>
</file>